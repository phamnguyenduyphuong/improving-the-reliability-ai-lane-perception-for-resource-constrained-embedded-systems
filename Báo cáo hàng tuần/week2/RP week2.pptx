
<file path=[Content_Types].xml><?xml version="1.0" encoding="utf-8"?>
<Types xmlns="http://schemas.openxmlformats.org/package/2006/content-types">
  <Default Extension="fntdata" ContentType="application/x-fontdata"/>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autoCompressPictures="0">
  <p:sldMasterIdLst>
    <p:sldMasterId id="2147483648" r:id="rId1"/>
  </p:sldMasterIdLst>
  <p:notesMasterIdLst>
    <p:notesMasterId r:id="rId7"/>
  </p:notesMasterIdLst>
  <p:sldIdLst>
    <p:sldId id="256" r:id="rId2"/>
    <p:sldId id="277" r:id="rId3"/>
    <p:sldId id="278" r:id="rId4"/>
    <p:sldId id="279" r:id="rId5"/>
    <p:sldId id="264" r:id="rId6"/>
  </p:sldIdLst>
  <p:sldSz cx="14630400" cy="8229600"/>
  <p:notesSz cx="8229600" cy="14630400"/>
  <p:embeddedFontLst>
    <p:embeddedFont>
      <p:font typeface="Barlow Bold" panose="020B0604020202020204" charset="0"/>
      <p:bold r:id="rId8"/>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BDD7EE"/>
    <a:srgbClr val="D4E9F7"/>
    <a:srgbClr val="6F83B4"/>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FABFCF23-3B69-468F-B69F-88F6DE6A72F2}" styleName="Medium Style 1 - Accent 5">
    <a:wholeTbl>
      <a:tcTxStyle>
        <a:fontRef idx="minor">
          <a:scrgbClr r="0" g="0" b="0"/>
        </a:fontRef>
        <a:schemeClr val="dk1"/>
      </a:tcTxStyle>
      <a:tcStyle>
        <a:tcBdr>
          <a:left>
            <a:ln w="12700" cmpd="sng">
              <a:solidFill>
                <a:schemeClr val="accent5"/>
              </a:solidFill>
            </a:ln>
          </a:left>
          <a:right>
            <a:ln w="12700" cmpd="sng">
              <a:solidFill>
                <a:schemeClr val="accent5"/>
              </a:solidFill>
            </a:ln>
          </a:right>
          <a:top>
            <a:ln w="12700" cmpd="sng">
              <a:solidFill>
                <a:schemeClr val="accent5"/>
              </a:solidFill>
            </a:ln>
          </a:top>
          <a:bottom>
            <a:ln w="12700" cmpd="sng">
              <a:solidFill>
                <a:schemeClr val="accent5"/>
              </a:solidFill>
            </a:ln>
          </a:bottom>
          <a:insideH>
            <a:ln w="12700" cmpd="sng">
              <a:solidFill>
                <a:schemeClr val="accent5"/>
              </a:solidFill>
            </a:ln>
          </a:insideH>
          <a:insideV>
            <a:ln>
              <a:noFill/>
            </a:ln>
          </a:insideV>
        </a:tcBdr>
        <a:fill>
          <a:solidFill>
            <a:schemeClr val="lt1"/>
          </a:solidFill>
        </a:fill>
      </a:tcStyle>
    </a:wholeTbl>
    <a:band1H>
      <a:tcStyle>
        <a:tcBdr/>
        <a:fill>
          <a:solidFill>
            <a:schemeClr val="accent5">
              <a:tint val="20000"/>
            </a:schemeClr>
          </a:solidFill>
        </a:fill>
      </a:tcStyle>
    </a:band1H>
    <a:band1V>
      <a:tcStyle>
        <a:tcBdr/>
        <a:fill>
          <a:solidFill>
            <a:schemeClr val="accent5">
              <a:tint val="20000"/>
            </a:schemeClr>
          </a:solidFill>
        </a:fill>
      </a:tcStyle>
    </a:band1V>
    <a:lastCol>
      <a:tcTxStyle b="on"/>
      <a:tcStyle>
        <a:tcBdr/>
      </a:tcStyle>
    </a:lastCol>
    <a:firstCol>
      <a:tcTxStyle b="on"/>
      <a:tcStyle>
        <a:tcBdr/>
      </a:tcStyle>
    </a:firstCol>
    <a:lastRow>
      <a:tcTxStyle b="on"/>
      <a:tcStyle>
        <a:tcBdr>
          <a:top>
            <a:ln w="50800" cmpd="dbl">
              <a:solidFill>
                <a:schemeClr val="accent5"/>
              </a:solidFill>
            </a:ln>
          </a:top>
        </a:tcBdr>
        <a:fill>
          <a:solidFill>
            <a:schemeClr val="lt1"/>
          </a:solidFill>
        </a:fill>
      </a:tcStyle>
    </a:lastRow>
    <a:firstRow>
      <a:tcTxStyle b="on">
        <a:fontRef idx="minor">
          <a:scrgbClr r="0" g="0" b="0"/>
        </a:fontRef>
        <a:schemeClr val="lt1"/>
      </a:tcTxStyle>
      <a:tcStyle>
        <a:tcBdr/>
        <a:fill>
          <a:solidFill>
            <a:schemeClr val="accent5"/>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6993" autoAdjust="0"/>
    <p:restoredTop sz="94610"/>
  </p:normalViewPr>
  <p:slideViewPr>
    <p:cSldViewPr snapToGrid="0" snapToObjects="1">
      <p:cViewPr varScale="1">
        <p:scale>
          <a:sx n="89" d="100"/>
          <a:sy n="89" d="100"/>
        </p:scale>
        <p:origin x="92" y="13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font" Target="fonts/font1.fntdata"/><Relationship Id="rId3" Type="http://schemas.openxmlformats.org/officeDocument/2006/relationships/slide" Target="slides/slide2.xml"/><Relationship Id="rId7" Type="http://schemas.openxmlformats.org/officeDocument/2006/relationships/notesMaster" Target="notesMasters/notesMaster1.xml"/><Relationship Id="rId12" Type="http://schemas.openxmlformats.org/officeDocument/2006/relationships/tableStyles" Target="tableStyle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theme" Target="theme/theme1.xml"/><Relationship Id="rId5" Type="http://schemas.openxmlformats.org/officeDocument/2006/relationships/slide" Target="slides/slide4.xml"/><Relationship Id="rId10"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presProps" Target="pres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hyperlink" Target="https://gamma.app/?utm_source=made-with-gamma" TargetMode="External"/><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hyperlink" Target="https://gamma.app/?utm_source=made-with-gamma" TargetMode="External"/><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hyperlink" Target="https://gamma.app/?utm_source=made-with-gamma" TargetMode="External"/><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hyperlink" Target="https://gamma.app/?utm_source=made-with-gamma" TargetMode="External"/><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hyperlink" Target="https://gamma.app/?utm_source=made-with-gamma" TargetMode="External"/><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hyperlink" Target="https://gamma.app/?utm_source=made-with-gamma" TargetMode="External"/><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hyperlink" Target="https://gamma.app/?utm_source=made-with-gamma" TargetMode="External"/><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hyperlink" Target="https://gamma.app/?utm_source=made-with-gamma" TargetMode="External"/><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spTree>
      <p:nvGrpSpPr>
        <p:cNvPr id="1" name=""/>
        <p:cNvGrpSpPr/>
        <p:nvPr/>
      </p:nvGrpSpPr>
      <p:grpSpPr>
        <a:xfrm>
          <a:off x="0" y="0"/>
          <a:ext cx="0" cy="0"/>
          <a:chOff x="0" y="0"/>
          <a:chExt cx="0" cy="0"/>
        </a:xfrm>
      </p:grpSpPr>
    </p:spTree>
  </p:cSld>
  <p:clrMapOvr>
    <a:masterClrMapping/>
  </p:clrMapOvr>
  <mc:AlternateContent xmlns:mc="http://schemas.openxmlformats.org/markup-compatibility/2006" xmlns:p14="http://schemas.microsoft.com/office/powerpoint/2010/main">
    <mc:Choice Requires="p14">
      <p:transition spd="slow" p14:dur="800">
        <p:circle/>
      </p:transition>
    </mc:Choice>
    <mc:Fallback xmlns="">
      <p:transition spd="slow">
        <p:circle/>
      </p:transition>
    </mc:Fallback>
  </mc:AlternateContent>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Slide 1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DEEEE1"/>
          </a:solidFill>
        </p:spPr>
      </p:sp>
      <p:sp>
        <p:nvSpPr>
          <p:cNvPr id="3" name="Shape 1"/>
          <p:cNvSpPr/>
          <p:nvPr/>
        </p:nvSpPr>
        <p:spPr>
          <a:xfrm>
            <a:off x="0" y="0"/>
            <a:ext cx="14630400" cy="8229600"/>
          </a:xfrm>
          <a:prstGeom prst="rect">
            <a:avLst/>
          </a:prstGeom>
          <a:solidFill>
            <a:srgbClr val="FAFFFA"/>
          </a:solidFill>
        </p:spPr>
      </p:sp>
      <p:pic>
        <p:nvPicPr>
          <p:cNvPr id="4" name="Image 0" descr="preencoded.png">
            <a:hlinkClick r:id="rId2"/>
          </p:cNvPr>
          <p:cNvPicPr>
            <a:picLocks noChangeAspect="1"/>
          </p:cNvPicPr>
          <p:nvPr/>
        </p:nvPicPr>
        <p:blipFill>
          <a:blip r:embed="rId3"/>
          <a:stretch>
            <a:fillRect/>
          </a:stretch>
        </p:blipFill>
        <p:spPr>
          <a:xfrm>
            <a:off x="12839215" y="7749540"/>
            <a:ext cx="1722605" cy="411480"/>
          </a:xfrm>
          <a:prstGeom prst="rect">
            <a:avLst/>
          </a:prstGeom>
        </p:spPr>
      </p:pic>
    </p:spTree>
  </p:cSld>
  <p:clrMapOvr>
    <a:masterClrMapping/>
  </p:clrMapOvr>
  <mc:AlternateContent xmlns:mc="http://schemas.openxmlformats.org/markup-compatibility/2006" xmlns:p14="http://schemas.microsoft.com/office/powerpoint/2010/main">
    <mc:Choice Requires="p14">
      <p:transition spd="slow" p14:dur="800">
        <p:circle/>
      </p:transition>
    </mc:Choice>
    <mc:Fallback xmlns="">
      <p:transition spd="slow">
        <p:circle/>
      </p:transition>
    </mc:Fallback>
  </mc:AlternateContent>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Slide 2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DEEEE1"/>
          </a:solidFill>
        </p:spPr>
      </p:sp>
      <p:sp>
        <p:nvSpPr>
          <p:cNvPr id="3" name="Shape 1"/>
          <p:cNvSpPr/>
          <p:nvPr/>
        </p:nvSpPr>
        <p:spPr>
          <a:xfrm>
            <a:off x="0" y="0"/>
            <a:ext cx="14630400" cy="8229600"/>
          </a:xfrm>
          <a:prstGeom prst="rect">
            <a:avLst/>
          </a:prstGeom>
          <a:solidFill>
            <a:srgbClr val="FAFFFA"/>
          </a:solidFill>
        </p:spPr>
      </p:sp>
      <p:pic>
        <p:nvPicPr>
          <p:cNvPr id="4" name="Image 0" descr="preencoded.png">
            <a:hlinkClick r:id="rId2"/>
          </p:cNvPr>
          <p:cNvPicPr>
            <a:picLocks noChangeAspect="1"/>
          </p:cNvPicPr>
          <p:nvPr/>
        </p:nvPicPr>
        <p:blipFill>
          <a:blip r:embed="rId3"/>
          <a:stretch>
            <a:fillRect/>
          </a:stretch>
        </p:blipFill>
        <p:spPr>
          <a:xfrm>
            <a:off x="12839215" y="7749540"/>
            <a:ext cx="1722605" cy="411480"/>
          </a:xfrm>
          <a:prstGeom prst="rect">
            <a:avLst/>
          </a:prstGeom>
        </p:spPr>
      </p:pic>
    </p:spTree>
  </p:cSld>
  <p:clrMapOvr>
    <a:masterClrMapping/>
  </p:clrMapOvr>
  <mc:AlternateContent xmlns:mc="http://schemas.openxmlformats.org/markup-compatibility/2006" xmlns:p14="http://schemas.microsoft.com/office/powerpoint/2010/main">
    <mc:Choice Requires="p14">
      <p:transition spd="slow" p14:dur="800">
        <p:circle/>
      </p:transition>
    </mc:Choice>
    <mc:Fallback xmlns="">
      <p:transition spd="slow">
        <p:circle/>
      </p:transition>
    </mc:Fallback>
  </mc:AlternateContent>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Slide 3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DEEEE1"/>
          </a:solidFill>
        </p:spPr>
      </p:sp>
      <p:sp>
        <p:nvSpPr>
          <p:cNvPr id="3" name="Shape 1"/>
          <p:cNvSpPr/>
          <p:nvPr/>
        </p:nvSpPr>
        <p:spPr>
          <a:xfrm>
            <a:off x="0" y="0"/>
            <a:ext cx="14630400" cy="8229600"/>
          </a:xfrm>
          <a:prstGeom prst="rect">
            <a:avLst/>
          </a:prstGeom>
          <a:solidFill>
            <a:srgbClr val="FAFFFA"/>
          </a:solidFill>
        </p:spPr>
      </p:sp>
      <p:pic>
        <p:nvPicPr>
          <p:cNvPr id="4" name="Image 0" descr="preencoded.png">
            <a:hlinkClick r:id="rId2"/>
          </p:cNvPr>
          <p:cNvPicPr>
            <a:picLocks noChangeAspect="1"/>
          </p:cNvPicPr>
          <p:nvPr/>
        </p:nvPicPr>
        <p:blipFill>
          <a:blip r:embed="rId3"/>
          <a:stretch>
            <a:fillRect/>
          </a:stretch>
        </p:blipFill>
        <p:spPr>
          <a:xfrm>
            <a:off x="12839215" y="7749540"/>
            <a:ext cx="1722605" cy="411480"/>
          </a:xfrm>
          <a:prstGeom prst="rect">
            <a:avLst/>
          </a:prstGeom>
        </p:spPr>
      </p:pic>
    </p:spTree>
  </p:cSld>
  <p:clrMapOvr>
    <a:masterClrMapping/>
  </p:clrMapOvr>
  <mc:AlternateContent xmlns:mc="http://schemas.openxmlformats.org/markup-compatibility/2006" xmlns:p14="http://schemas.microsoft.com/office/powerpoint/2010/main">
    <mc:Choice Requires="p14">
      <p:transition spd="slow" p14:dur="800">
        <p:circle/>
      </p:transition>
    </mc:Choice>
    <mc:Fallback xmlns="">
      <p:transition spd="slow">
        <p:circle/>
      </p:transition>
    </mc:Fallback>
  </mc:AlternateContent>
</p:sldLayout>
</file>

<file path=ppt/slideLayouts/slideLayout5.xml><?xml version="1.0" encoding="utf-8"?>
<p:sldLayout xmlns:a="http://schemas.openxmlformats.org/drawingml/2006/main" xmlns:r="http://schemas.openxmlformats.org/officeDocument/2006/relationships" xmlns:p="http://schemas.openxmlformats.org/presentationml/2006/main" preserve="1">
  <p:cSld name="Slide 4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DEEEE1"/>
          </a:solidFill>
        </p:spPr>
      </p:sp>
      <p:sp>
        <p:nvSpPr>
          <p:cNvPr id="3" name="Shape 1"/>
          <p:cNvSpPr/>
          <p:nvPr/>
        </p:nvSpPr>
        <p:spPr>
          <a:xfrm>
            <a:off x="0" y="0"/>
            <a:ext cx="14630400" cy="8229600"/>
          </a:xfrm>
          <a:prstGeom prst="rect">
            <a:avLst/>
          </a:prstGeom>
          <a:solidFill>
            <a:srgbClr val="FAFFFA"/>
          </a:solidFill>
        </p:spPr>
      </p:sp>
      <p:pic>
        <p:nvPicPr>
          <p:cNvPr id="4" name="Image 0" descr="preencoded.png">
            <a:hlinkClick r:id="rId2"/>
          </p:cNvPr>
          <p:cNvPicPr>
            <a:picLocks noChangeAspect="1"/>
          </p:cNvPicPr>
          <p:nvPr/>
        </p:nvPicPr>
        <p:blipFill>
          <a:blip r:embed="rId3"/>
          <a:stretch>
            <a:fillRect/>
          </a:stretch>
        </p:blipFill>
        <p:spPr>
          <a:xfrm>
            <a:off x="12839215" y="7749540"/>
            <a:ext cx="1722605" cy="411480"/>
          </a:xfrm>
          <a:prstGeom prst="rect">
            <a:avLst/>
          </a:prstGeom>
        </p:spPr>
      </p:pic>
    </p:spTree>
  </p:cSld>
  <p:clrMapOvr>
    <a:masterClrMapping/>
  </p:clrMapOvr>
  <mc:AlternateContent xmlns:mc="http://schemas.openxmlformats.org/markup-compatibility/2006" xmlns:p14="http://schemas.microsoft.com/office/powerpoint/2010/main">
    <mc:Choice Requires="p14">
      <p:transition spd="slow" p14:dur="800">
        <p:circle/>
      </p:transition>
    </mc:Choice>
    <mc:Fallback xmlns="">
      <p:transition spd="slow">
        <p:circle/>
      </p:transition>
    </mc:Fallback>
  </mc:AlternateContent>
</p:sldLayout>
</file>

<file path=ppt/slideLayouts/slideLayout6.xml><?xml version="1.0" encoding="utf-8"?>
<p:sldLayout xmlns:a="http://schemas.openxmlformats.org/drawingml/2006/main" xmlns:r="http://schemas.openxmlformats.org/officeDocument/2006/relationships" xmlns:p="http://schemas.openxmlformats.org/presentationml/2006/main" preserve="1">
  <p:cSld name="Slide 5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DEEEE1"/>
          </a:solidFill>
        </p:spPr>
      </p:sp>
      <p:sp>
        <p:nvSpPr>
          <p:cNvPr id="3" name="Shape 1"/>
          <p:cNvSpPr/>
          <p:nvPr/>
        </p:nvSpPr>
        <p:spPr>
          <a:xfrm>
            <a:off x="0" y="0"/>
            <a:ext cx="14630400" cy="8229600"/>
          </a:xfrm>
          <a:prstGeom prst="rect">
            <a:avLst/>
          </a:prstGeom>
          <a:solidFill>
            <a:srgbClr val="FAFFFA"/>
          </a:solidFill>
        </p:spPr>
      </p:sp>
      <p:pic>
        <p:nvPicPr>
          <p:cNvPr id="4" name="Image 0" descr="preencoded.png">
            <a:hlinkClick r:id="rId2"/>
          </p:cNvPr>
          <p:cNvPicPr>
            <a:picLocks noChangeAspect="1"/>
          </p:cNvPicPr>
          <p:nvPr/>
        </p:nvPicPr>
        <p:blipFill>
          <a:blip r:embed="rId3"/>
          <a:stretch>
            <a:fillRect/>
          </a:stretch>
        </p:blipFill>
        <p:spPr>
          <a:xfrm>
            <a:off x="12839215" y="7749540"/>
            <a:ext cx="1722605" cy="411480"/>
          </a:xfrm>
          <a:prstGeom prst="rect">
            <a:avLst/>
          </a:prstGeom>
        </p:spPr>
      </p:pic>
    </p:spTree>
  </p:cSld>
  <p:clrMapOvr>
    <a:masterClrMapping/>
  </p:clrMapOvr>
  <mc:AlternateContent xmlns:mc="http://schemas.openxmlformats.org/markup-compatibility/2006" xmlns:p14="http://schemas.microsoft.com/office/powerpoint/2010/main">
    <mc:Choice Requires="p14">
      <p:transition spd="slow" p14:dur="800">
        <p:circle/>
      </p:transition>
    </mc:Choice>
    <mc:Fallback xmlns="">
      <p:transition spd="slow">
        <p:circle/>
      </p:transition>
    </mc:Fallback>
  </mc:AlternateContent>
</p:sldLayout>
</file>

<file path=ppt/slideLayouts/slideLayout7.xml><?xml version="1.0" encoding="utf-8"?>
<p:sldLayout xmlns:a="http://schemas.openxmlformats.org/drawingml/2006/main" xmlns:r="http://schemas.openxmlformats.org/officeDocument/2006/relationships" xmlns:p="http://schemas.openxmlformats.org/presentationml/2006/main" preserve="1">
  <p:cSld name="Slide 6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DEEEE1"/>
          </a:solidFill>
        </p:spPr>
      </p:sp>
      <p:sp>
        <p:nvSpPr>
          <p:cNvPr id="3" name="Shape 1"/>
          <p:cNvSpPr/>
          <p:nvPr/>
        </p:nvSpPr>
        <p:spPr>
          <a:xfrm>
            <a:off x="0" y="0"/>
            <a:ext cx="14630400" cy="8229600"/>
          </a:xfrm>
          <a:prstGeom prst="rect">
            <a:avLst/>
          </a:prstGeom>
          <a:solidFill>
            <a:srgbClr val="FAFFFA"/>
          </a:solidFill>
        </p:spPr>
      </p:sp>
      <p:pic>
        <p:nvPicPr>
          <p:cNvPr id="4" name="Image 0" descr="preencoded.png">
            <a:hlinkClick r:id="rId2"/>
          </p:cNvPr>
          <p:cNvPicPr>
            <a:picLocks noChangeAspect="1"/>
          </p:cNvPicPr>
          <p:nvPr/>
        </p:nvPicPr>
        <p:blipFill>
          <a:blip r:embed="rId3"/>
          <a:stretch>
            <a:fillRect/>
          </a:stretch>
        </p:blipFill>
        <p:spPr>
          <a:xfrm>
            <a:off x="12839215" y="7749540"/>
            <a:ext cx="1722605" cy="411480"/>
          </a:xfrm>
          <a:prstGeom prst="rect">
            <a:avLst/>
          </a:prstGeom>
        </p:spPr>
      </p:pic>
    </p:spTree>
  </p:cSld>
  <p:clrMapOvr>
    <a:masterClrMapping/>
  </p:clrMapOvr>
  <mc:AlternateContent xmlns:mc="http://schemas.openxmlformats.org/markup-compatibility/2006" xmlns:p14="http://schemas.microsoft.com/office/powerpoint/2010/main">
    <mc:Choice Requires="p14">
      <p:transition spd="slow" p14:dur="800">
        <p:circle/>
      </p:transition>
    </mc:Choice>
    <mc:Fallback xmlns="">
      <p:transition spd="slow">
        <p:circle/>
      </p:transition>
    </mc:Fallback>
  </mc:AlternateContent>
</p:sldLayout>
</file>

<file path=ppt/slideLayouts/slideLayout8.xml><?xml version="1.0" encoding="utf-8"?>
<p:sldLayout xmlns:a="http://schemas.openxmlformats.org/drawingml/2006/main" xmlns:r="http://schemas.openxmlformats.org/officeDocument/2006/relationships" xmlns:p="http://schemas.openxmlformats.org/presentationml/2006/main" preserve="1">
  <p:cSld name="Slide 7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DEEEE1"/>
          </a:solidFill>
        </p:spPr>
      </p:sp>
      <p:sp>
        <p:nvSpPr>
          <p:cNvPr id="3" name="Shape 1"/>
          <p:cNvSpPr/>
          <p:nvPr/>
        </p:nvSpPr>
        <p:spPr>
          <a:xfrm>
            <a:off x="0" y="0"/>
            <a:ext cx="14630400" cy="8229600"/>
          </a:xfrm>
          <a:prstGeom prst="rect">
            <a:avLst/>
          </a:prstGeom>
          <a:solidFill>
            <a:srgbClr val="FAFFFA"/>
          </a:solidFill>
        </p:spPr>
      </p:sp>
      <p:pic>
        <p:nvPicPr>
          <p:cNvPr id="4" name="Image 0" descr="preencoded.png">
            <a:hlinkClick r:id="rId2"/>
          </p:cNvPr>
          <p:cNvPicPr>
            <a:picLocks noChangeAspect="1"/>
          </p:cNvPicPr>
          <p:nvPr/>
        </p:nvPicPr>
        <p:blipFill>
          <a:blip r:embed="rId3"/>
          <a:stretch>
            <a:fillRect/>
          </a:stretch>
        </p:blipFill>
        <p:spPr>
          <a:xfrm>
            <a:off x="12839215" y="7749540"/>
            <a:ext cx="1722605" cy="411480"/>
          </a:xfrm>
          <a:prstGeom prst="rect">
            <a:avLst/>
          </a:prstGeom>
        </p:spPr>
      </p:pic>
    </p:spTree>
  </p:cSld>
  <p:clrMapOvr>
    <a:masterClrMapping/>
  </p:clrMapOvr>
  <mc:AlternateContent xmlns:mc="http://schemas.openxmlformats.org/markup-compatibility/2006" xmlns:p14="http://schemas.microsoft.com/office/powerpoint/2010/main">
    <mc:Choice Requires="p14">
      <p:transition spd="slow" p14:dur="800">
        <p:circle/>
      </p:transition>
    </mc:Choice>
    <mc:Fallback xmlns="">
      <p:transition spd="slow">
        <p:circle/>
      </p:transition>
    </mc:Fallback>
  </mc:AlternateContent>
</p:sldLayout>
</file>

<file path=ppt/slideLayouts/slideLayout9.xml><?xml version="1.0" encoding="utf-8"?>
<p:sldLayout xmlns:a="http://schemas.openxmlformats.org/drawingml/2006/main" xmlns:r="http://schemas.openxmlformats.org/officeDocument/2006/relationships" xmlns:p="http://schemas.openxmlformats.org/presentationml/2006/main" preserve="1">
  <p:cSld name="Slide 8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DEEEE1"/>
          </a:solidFill>
        </p:spPr>
      </p:sp>
      <p:sp>
        <p:nvSpPr>
          <p:cNvPr id="3" name="Shape 1"/>
          <p:cNvSpPr/>
          <p:nvPr/>
        </p:nvSpPr>
        <p:spPr>
          <a:xfrm>
            <a:off x="0" y="0"/>
            <a:ext cx="14630400" cy="8229600"/>
          </a:xfrm>
          <a:prstGeom prst="rect">
            <a:avLst/>
          </a:prstGeom>
          <a:solidFill>
            <a:srgbClr val="FAFFFA"/>
          </a:solidFill>
        </p:spPr>
      </p:sp>
      <p:pic>
        <p:nvPicPr>
          <p:cNvPr id="4" name="Image 0" descr="preencoded.png">
            <a:hlinkClick r:id="rId2"/>
          </p:cNvPr>
          <p:cNvPicPr>
            <a:picLocks noChangeAspect="1"/>
          </p:cNvPicPr>
          <p:nvPr/>
        </p:nvPicPr>
        <p:blipFill>
          <a:blip r:embed="rId3"/>
          <a:stretch>
            <a:fillRect/>
          </a:stretch>
        </p:blipFill>
        <p:spPr>
          <a:xfrm>
            <a:off x="12839215" y="7749540"/>
            <a:ext cx="1722605" cy="411480"/>
          </a:xfrm>
          <a:prstGeom prst="rect">
            <a:avLst/>
          </a:prstGeom>
        </p:spPr>
      </p:pic>
    </p:spTree>
  </p:cSld>
  <p:clrMapOvr>
    <a:masterClrMapping/>
  </p:clrMapOvr>
  <mc:AlternateContent xmlns:mc="http://schemas.openxmlformats.org/markup-compatibility/2006" xmlns:p14="http://schemas.microsoft.com/office/powerpoint/2010/main">
    <mc:Choice Requires="p14">
      <p:transition spd="slow" p14:dur="800">
        <p:circle/>
      </p:transition>
    </mc:Choice>
    <mc:Fallback xmlns="">
      <p:transition spd="slow">
        <p:circle/>
      </p:transition>
    </mc:Fallback>
  </mc:AlternateContent>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5" Type="http://schemas.openxmlformats.org/officeDocument/2006/relationships/slideLayout" Target="../slideLayouts/slideLayout5.xml"/><Relationship Id="rId10" Type="http://schemas.openxmlformats.org/officeDocument/2006/relationships/theme" Target="../theme/theme1.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Lst>
  <mc:AlternateContent xmlns:mc="http://schemas.openxmlformats.org/markup-compatibility/2006" xmlns:p14="http://schemas.microsoft.com/office/powerpoint/2010/main">
    <mc:Choice Requires="p14">
      <p:transition spd="slow" p14:dur="800">
        <p:circle/>
      </p:transition>
    </mc:Choice>
    <mc:Fallback xmlns="">
      <p:transition spd="slow">
        <p:circle/>
      </p:transition>
    </mc:Fallback>
  </mc:AlternateConten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anose="020B0604020202020204"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anose="020B0604020202020204"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anose="020B0604020202020204"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7" Type="http://schemas.openxmlformats.org/officeDocument/2006/relationships/image" Target="../media/image6.png"/><Relationship Id="rId2" Type="http://schemas.openxmlformats.org/officeDocument/2006/relationships/notesSlide" Target="../notesSlides/notesSlide1.xml"/><Relationship Id="rId1" Type="http://schemas.openxmlformats.org/officeDocument/2006/relationships/slideLayout" Target="../slideLayouts/slideLayout2.xml"/><Relationship Id="rId6" Type="http://schemas.openxmlformats.org/officeDocument/2006/relationships/image" Target="../media/image5.png"/><Relationship Id="rId5" Type="http://schemas.openxmlformats.org/officeDocument/2006/relationships/image" Target="../media/image4.jpeg"/><Relationship Id="rId4" Type="http://schemas.openxmlformats.org/officeDocument/2006/relationships/image" Target="../media/image3.jpeg"/></Relationships>
</file>

<file path=ppt/slides/_rels/slide2.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7.png"/><Relationship Id="rId1" Type="http://schemas.openxmlformats.org/officeDocument/2006/relationships/slideLayout" Target="../slideLayouts/slideLayout3.xml"/><Relationship Id="rId6" Type="http://schemas.openxmlformats.org/officeDocument/2006/relationships/image" Target="../media/image11.png"/><Relationship Id="rId5" Type="http://schemas.openxmlformats.org/officeDocument/2006/relationships/image" Target="../media/image10.png"/><Relationship Id="rId4" Type="http://schemas.openxmlformats.org/officeDocument/2006/relationships/image" Target="../media/image9.png"/></Relationships>
</file>

<file path=ppt/slides/_rels/slide3.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9.png"/><Relationship Id="rId1" Type="http://schemas.openxmlformats.org/officeDocument/2006/relationships/slideLayout" Target="../slideLayouts/slideLayout3.xml"/><Relationship Id="rId5" Type="http://schemas.openxmlformats.org/officeDocument/2006/relationships/image" Target="../media/image13.png"/><Relationship Id="rId4" Type="http://schemas.openxmlformats.org/officeDocument/2006/relationships/image" Target="../media/image12.png"/></Relationships>
</file>

<file path=ppt/slides/_rels/slide4.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7.png"/><Relationship Id="rId1" Type="http://schemas.openxmlformats.org/officeDocument/2006/relationships/slideLayout" Target="../slideLayouts/slideLayout3.xml"/></Relationships>
</file>

<file path=ppt/slides/_rels/slide5.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image" Target="../media/image14.png"/><Relationship Id="rId1" Type="http://schemas.openxmlformats.org/officeDocument/2006/relationships/slideLayout" Target="../slideLayouts/slideLayout9.xml"/><Relationship Id="rId4" Type="http://schemas.openxmlformats.org/officeDocument/2006/relationships/image" Target="../media/image16.png"/></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accent1"/>
        </a:solidFill>
        <a:effectLst/>
      </p:bgPr>
    </p:bg>
    <p:spTree>
      <p:nvGrpSpPr>
        <p:cNvPr id="1" name=""/>
        <p:cNvGrpSpPr/>
        <p:nvPr/>
      </p:nvGrpSpPr>
      <p:grpSpPr>
        <a:xfrm>
          <a:off x="0" y="0"/>
          <a:ext cx="0" cy="0"/>
          <a:chOff x="0" y="0"/>
          <a:chExt cx="0" cy="0"/>
        </a:xfrm>
      </p:grpSpPr>
      <p:sp>
        <p:nvSpPr>
          <p:cNvPr id="4" name="Text 1"/>
          <p:cNvSpPr/>
          <p:nvPr/>
        </p:nvSpPr>
        <p:spPr>
          <a:xfrm>
            <a:off x="6280189" y="1659043"/>
            <a:ext cx="7556421" cy="725805"/>
          </a:xfrm>
          <a:prstGeom prst="rect">
            <a:avLst/>
          </a:prstGeom>
          <a:noFill/>
        </p:spPr>
        <p:txBody>
          <a:bodyPr wrap="square" lIns="0" tIns="0" rIns="0" bIns="0" rtlCol="0" anchor="t"/>
          <a:lstStyle/>
          <a:p>
            <a:pPr marL="0" indent="0" algn="l">
              <a:lnSpc>
                <a:spcPts val="2850"/>
              </a:lnSpc>
              <a:buNone/>
            </a:pPr>
            <a:endParaRPr lang="en-US" sz="1750" dirty="0"/>
          </a:p>
        </p:txBody>
      </p:sp>
      <p:sp>
        <p:nvSpPr>
          <p:cNvPr id="5" name="Shape 2"/>
          <p:cNvSpPr/>
          <p:nvPr/>
        </p:nvSpPr>
        <p:spPr>
          <a:xfrm>
            <a:off x="6456306" y="5424920"/>
            <a:ext cx="362903" cy="362903"/>
          </a:xfrm>
          <a:prstGeom prst="roundRect">
            <a:avLst>
              <a:gd name="adj" fmla="val 25194296"/>
            </a:avLst>
          </a:prstGeom>
          <a:noFill/>
          <a:ln w="7620">
            <a:solidFill>
              <a:srgbClr val="FFFFFF"/>
            </a:solidFill>
            <a:prstDash val="solid"/>
          </a:ln>
        </p:spPr>
      </p:sp>
      <p:sp>
        <p:nvSpPr>
          <p:cNvPr id="7" name="Text 3"/>
          <p:cNvSpPr/>
          <p:nvPr/>
        </p:nvSpPr>
        <p:spPr>
          <a:xfrm>
            <a:off x="595352" y="6501992"/>
            <a:ext cx="3279815" cy="396835"/>
          </a:xfrm>
          <a:prstGeom prst="rect">
            <a:avLst/>
          </a:prstGeom>
          <a:noFill/>
        </p:spPr>
        <p:txBody>
          <a:bodyPr wrap="none" lIns="0" tIns="0" rIns="0" bIns="0" rtlCol="0" anchor="t"/>
          <a:lstStyle/>
          <a:p>
            <a:pPr marL="0" indent="0" algn="l">
              <a:lnSpc>
                <a:spcPts val="3100"/>
              </a:lnSpc>
              <a:buNone/>
            </a:pPr>
            <a:endParaRPr lang="en-US" sz="2200" dirty="0"/>
          </a:p>
        </p:txBody>
      </p:sp>
      <p:pic>
        <p:nvPicPr>
          <p:cNvPr id="2" name="Picture 1"/>
          <p:cNvPicPr>
            <a:picLocks noChangeAspect="1"/>
          </p:cNvPicPr>
          <p:nvPr/>
        </p:nvPicPr>
        <p:blipFill>
          <a:blip r:embed="rId3"/>
          <a:stretch>
            <a:fillRect/>
          </a:stretch>
        </p:blipFill>
        <p:spPr>
          <a:xfrm>
            <a:off x="10106181" y="6266037"/>
            <a:ext cx="4524219" cy="1853471"/>
          </a:xfrm>
          <a:prstGeom prst="rect">
            <a:avLst/>
          </a:prstGeom>
          <a:noFill/>
        </p:spPr>
      </p:pic>
      <p:sp>
        <p:nvSpPr>
          <p:cNvPr id="18" name="Text 1"/>
          <p:cNvSpPr/>
          <p:nvPr/>
        </p:nvSpPr>
        <p:spPr>
          <a:xfrm>
            <a:off x="394970" y="4934154"/>
            <a:ext cx="3365897" cy="354330"/>
          </a:xfrm>
          <a:prstGeom prst="rect">
            <a:avLst/>
          </a:prstGeom>
          <a:noFill/>
        </p:spPr>
        <p:txBody>
          <a:bodyPr wrap="none" lIns="0" tIns="0" rIns="0" bIns="0" rtlCol="0" anchor="t"/>
          <a:lstStyle/>
          <a:p>
            <a:pPr>
              <a:lnSpc>
                <a:spcPts val="2750"/>
              </a:lnSpc>
            </a:pPr>
            <a:r>
              <a:rPr lang="vi-VN" sz="2200" b="1" dirty="0">
                <a:solidFill>
                  <a:schemeClr val="tx1">
                    <a:lumMod val="95000"/>
                    <a:lumOff val="5000"/>
                  </a:schemeClr>
                </a:solidFill>
                <a:latin typeface="+mj-lt"/>
                <a:ea typeface="Fraunces Extra Bold" pitchFamily="34" charset="-122"/>
                <a:cs typeface="Fraunces Extra Bold" pitchFamily="34" charset="-120"/>
              </a:rPr>
              <a:t>Sinh viên: Phạm Nguyễn Duy Phương</a:t>
            </a:r>
            <a:endParaRPr lang="vi-VN" sz="2200" b="1" dirty="0">
              <a:solidFill>
                <a:schemeClr val="tx1">
                  <a:lumMod val="95000"/>
                  <a:lumOff val="5000"/>
                </a:schemeClr>
              </a:solidFill>
              <a:latin typeface="+mj-lt"/>
            </a:endParaRPr>
          </a:p>
          <a:p>
            <a:pPr>
              <a:lnSpc>
                <a:spcPts val="2750"/>
              </a:lnSpc>
            </a:pPr>
            <a:r>
              <a:rPr lang="vi-VN" sz="2200" b="1" dirty="0">
                <a:solidFill>
                  <a:schemeClr val="tx1">
                    <a:lumMod val="95000"/>
                    <a:lumOff val="5000"/>
                  </a:schemeClr>
                </a:solidFill>
                <a:latin typeface="+mj-lt"/>
              </a:rPr>
              <a:t>	     Võ Như Quyết</a:t>
            </a:r>
            <a:endParaRPr lang="en-US" sz="2200" dirty="0">
              <a:solidFill>
                <a:schemeClr val="tx1">
                  <a:lumMod val="95000"/>
                  <a:lumOff val="5000"/>
                </a:schemeClr>
              </a:solidFill>
              <a:latin typeface="+mj-lt"/>
            </a:endParaRPr>
          </a:p>
        </p:txBody>
      </p:sp>
      <p:pic>
        <p:nvPicPr>
          <p:cNvPr id="1040" name="Picture 16" descr="Khoa Điện - Điện tử, Trường Đại học Sư phạm Kỹ thuật Tp.HCM"/>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1009303" y="24547"/>
            <a:ext cx="1617138" cy="1609950"/>
          </a:xfrm>
          <a:prstGeom prst="rect">
            <a:avLst/>
          </a:prstGeom>
          <a:noFill/>
          <a:extLst>
            <a:ext uri="{909E8E84-426E-40DD-AFC4-6F175D3DCCD1}">
              <a14:hiddenFill xmlns:a14="http://schemas.microsoft.com/office/drawing/2010/main">
                <a:solidFill>
                  <a:srgbClr val="FFFFFF"/>
                </a:solidFill>
              </a14:hiddenFill>
            </a:ext>
          </a:extLst>
        </p:spPr>
      </p:pic>
      <p:graphicFrame>
        <p:nvGraphicFramePr>
          <p:cNvPr id="14" name="Table 13"/>
          <p:cNvGraphicFramePr>
            <a:graphicFrameLocks noGrp="1"/>
          </p:cNvGraphicFramePr>
          <p:nvPr/>
        </p:nvGraphicFramePr>
        <p:xfrm>
          <a:off x="0" y="1963563"/>
          <a:ext cx="14604428" cy="1921189"/>
        </p:xfrm>
        <a:graphic>
          <a:graphicData uri="http://schemas.openxmlformats.org/drawingml/2006/table">
            <a:tbl>
              <a:tblPr firstRow="1" bandRow="1">
                <a:tableStyleId>{FABFCF23-3B69-468F-B69F-88F6DE6A72F2}</a:tableStyleId>
              </a:tblPr>
              <a:tblGrid>
                <a:gridCol w="14604428">
                  <a:extLst>
                    <a:ext uri="{9D8B030D-6E8A-4147-A177-3AD203B41FA5}">
                      <a16:colId xmlns:a16="http://schemas.microsoft.com/office/drawing/2014/main" val="20000"/>
                    </a:ext>
                  </a:extLst>
                </a:gridCol>
              </a:tblGrid>
              <a:tr h="1921189">
                <a:tc>
                  <a:txBody>
                    <a:bodyPr/>
                    <a:lstStyle/>
                    <a:p>
                      <a:endParaRPr lang="en-US" dirty="0"/>
                    </a:p>
                  </a:txBody>
                  <a:tcPr/>
                </a:tc>
                <a:extLst>
                  <a:ext uri="{0D108BD9-81ED-4DB2-BD59-A6C34878D82A}">
                    <a16:rowId xmlns:a16="http://schemas.microsoft.com/office/drawing/2014/main" val="10000"/>
                  </a:ext>
                </a:extLst>
              </a:tr>
            </a:tbl>
          </a:graphicData>
        </a:graphic>
      </p:graphicFrame>
      <p:sp>
        <p:nvSpPr>
          <p:cNvPr id="25" name="Text 0"/>
          <p:cNvSpPr/>
          <p:nvPr/>
        </p:nvSpPr>
        <p:spPr>
          <a:xfrm>
            <a:off x="394970" y="2151380"/>
            <a:ext cx="13461365" cy="920750"/>
          </a:xfrm>
          <a:prstGeom prst="rect">
            <a:avLst/>
          </a:prstGeom>
          <a:noFill/>
        </p:spPr>
        <p:txBody>
          <a:bodyPr wrap="square" lIns="0" tIns="0" rIns="0" bIns="0" rtlCol="0" anchor="t"/>
          <a:lstStyle/>
          <a:p>
            <a:pPr algn="ctr">
              <a:lnSpc>
                <a:spcPts val="5550"/>
              </a:lnSpc>
            </a:pPr>
            <a:r>
              <a:rPr lang="en-US" altLang="en-US" sz="3200" b="1" dirty="0">
                <a:latin typeface="Times New Roman" panose="02020603050405020304" pitchFamily="18" charset="0"/>
                <a:cs typeface="Times New Roman" panose="02020603050405020304" pitchFamily="18" charset="0"/>
              </a:rPr>
              <a:t>Cải thiện </a:t>
            </a:r>
            <a:r>
              <a:rPr lang="" altLang="en-US" sz="3200" b="1" dirty="0">
                <a:latin typeface="Times New Roman" panose="02020603050405020304" pitchFamily="18" charset="0"/>
                <a:cs typeface="Times New Roman" panose="02020603050405020304" pitchFamily="18" charset="0"/>
              </a:rPr>
              <a:t>đ</a:t>
            </a:r>
            <a:r>
              <a:rPr lang="en-US" altLang="en-US" sz="3200" b="1" dirty="0">
                <a:latin typeface="Times New Roman" panose="02020603050405020304" pitchFamily="18" charset="0"/>
                <a:cs typeface="Times New Roman" panose="02020603050405020304" pitchFamily="18" charset="0"/>
              </a:rPr>
              <a:t>ộ tin cậy của nhận thức làn </a:t>
            </a:r>
            <a:r>
              <a:rPr lang="" altLang="en-US" sz="3200" b="1" dirty="0">
                <a:latin typeface="Times New Roman" panose="02020603050405020304" pitchFamily="18" charset="0"/>
                <a:cs typeface="Times New Roman" panose="02020603050405020304" pitchFamily="18" charset="0"/>
              </a:rPr>
              <a:t>đư</a:t>
            </a:r>
            <a:r>
              <a:rPr lang="en-US" altLang="en-US" sz="3200" b="1" dirty="0">
                <a:latin typeface="Times New Roman" panose="02020603050405020304" pitchFamily="18" charset="0"/>
                <a:cs typeface="Times New Roman" panose="02020603050405020304" pitchFamily="18" charset="0"/>
              </a:rPr>
              <a:t>ờng dựa trên AI cho các hệ thống nhúng hạn chế tài nguyên: Ứng dụng cho robot giao hàng tự hành</a:t>
            </a:r>
          </a:p>
        </p:txBody>
      </p:sp>
      <p:sp>
        <p:nvSpPr>
          <p:cNvPr id="29" name="Text 1"/>
          <p:cNvSpPr/>
          <p:nvPr/>
        </p:nvSpPr>
        <p:spPr>
          <a:xfrm>
            <a:off x="394970" y="5837459"/>
            <a:ext cx="4724402" cy="957720"/>
          </a:xfrm>
          <a:prstGeom prst="rect">
            <a:avLst/>
          </a:prstGeom>
          <a:noFill/>
        </p:spPr>
        <p:txBody>
          <a:bodyPr wrap="none" lIns="0" tIns="0" rIns="0" bIns="0" rtlCol="0" anchor="t"/>
          <a:lstStyle/>
          <a:p>
            <a:pPr>
              <a:lnSpc>
                <a:spcPts val="2750"/>
              </a:lnSpc>
            </a:pPr>
            <a:r>
              <a:rPr lang="vi-VN" sz="2200" b="1" dirty="0">
                <a:solidFill>
                  <a:schemeClr val="tx1">
                    <a:lumMod val="95000"/>
                    <a:lumOff val="5000"/>
                  </a:schemeClr>
                </a:solidFill>
                <a:latin typeface="Times New Roman" panose="02020603050405020304" pitchFamily="18" charset="0"/>
                <a:ea typeface="Fraunces Extra Bold" pitchFamily="34" charset="-122"/>
                <a:cs typeface="Times New Roman" panose="02020603050405020304" pitchFamily="18" charset="0"/>
              </a:rPr>
              <a:t>Nghành học</a:t>
            </a:r>
            <a:r>
              <a:rPr lang="en-US" sz="2200" b="1" dirty="0">
                <a:solidFill>
                  <a:schemeClr val="tx1">
                    <a:lumMod val="95000"/>
                    <a:lumOff val="5000"/>
                  </a:schemeClr>
                </a:solidFill>
                <a:latin typeface="Times New Roman" panose="02020603050405020304" pitchFamily="18" charset="0"/>
                <a:ea typeface="Fraunces Extra Bold" pitchFamily="34" charset="-122"/>
                <a:cs typeface="Times New Roman" panose="02020603050405020304" pitchFamily="18" charset="0"/>
              </a:rPr>
              <a:t>:</a:t>
            </a:r>
            <a:r>
              <a:rPr lang="vi-VN" sz="2200" b="1" dirty="0">
                <a:solidFill>
                  <a:schemeClr val="tx1">
                    <a:lumMod val="95000"/>
                    <a:lumOff val="5000"/>
                  </a:schemeClr>
                </a:solidFill>
                <a:latin typeface="Times New Roman" panose="02020603050405020304" pitchFamily="18" charset="0"/>
                <a:ea typeface="Fraunces Extra Bold" pitchFamily="34" charset="-122"/>
                <a:cs typeface="Times New Roman" panose="02020603050405020304" pitchFamily="18" charset="0"/>
              </a:rPr>
              <a:t> Công nghệ kỹ thuật</a:t>
            </a:r>
          </a:p>
          <a:p>
            <a:pPr>
              <a:lnSpc>
                <a:spcPts val="2750"/>
              </a:lnSpc>
            </a:pPr>
            <a:r>
              <a:rPr lang="vi-VN" sz="2200" b="1" dirty="0">
                <a:solidFill>
                  <a:schemeClr val="tx1">
                    <a:lumMod val="95000"/>
                    <a:lumOff val="5000"/>
                  </a:schemeClr>
                </a:solidFill>
                <a:latin typeface="Times New Roman" panose="02020603050405020304" pitchFamily="18" charset="0"/>
                <a:ea typeface="Fraunces Extra Bold" pitchFamily="34" charset="-122"/>
                <a:cs typeface="Times New Roman" panose="02020603050405020304" pitchFamily="18" charset="0"/>
              </a:rPr>
              <a:t>điện tử - viễn thông</a:t>
            </a:r>
            <a:endParaRPr lang="en-US" sz="2200" b="1" dirty="0">
              <a:solidFill>
                <a:srgbClr val="3B4540"/>
              </a:solidFill>
              <a:latin typeface="Times New Roman" panose="02020603050405020304" pitchFamily="18" charset="0"/>
              <a:ea typeface="Fraunces Extra Bold" pitchFamily="34" charset="-122"/>
              <a:cs typeface="Times New Roman" panose="02020603050405020304" pitchFamily="18" charset="0"/>
            </a:endParaRPr>
          </a:p>
        </p:txBody>
      </p:sp>
      <p:sp>
        <p:nvSpPr>
          <p:cNvPr id="30" name="Text 1"/>
          <p:cNvSpPr/>
          <p:nvPr/>
        </p:nvSpPr>
        <p:spPr>
          <a:xfrm>
            <a:off x="394969" y="6820905"/>
            <a:ext cx="3365897" cy="354330"/>
          </a:xfrm>
          <a:prstGeom prst="rect">
            <a:avLst/>
          </a:prstGeom>
          <a:noFill/>
        </p:spPr>
        <p:txBody>
          <a:bodyPr wrap="none" lIns="0" tIns="0" rIns="0" bIns="0" rtlCol="0" anchor="t"/>
          <a:lstStyle/>
          <a:p>
            <a:pPr>
              <a:lnSpc>
                <a:spcPts val="2750"/>
              </a:lnSpc>
            </a:pPr>
            <a:r>
              <a:rPr lang="vi-VN" sz="2200" b="1" dirty="0">
                <a:solidFill>
                  <a:schemeClr val="tx1">
                    <a:lumMod val="95000"/>
                    <a:lumOff val="5000"/>
                  </a:schemeClr>
                </a:solidFill>
                <a:latin typeface="+mj-lt"/>
                <a:ea typeface="Fraunces Extra Bold" pitchFamily="34" charset="-122"/>
                <a:cs typeface="Fraunces Extra Bold" pitchFamily="34" charset="-120"/>
              </a:rPr>
              <a:t>Năm học: 2022-2026</a:t>
            </a:r>
            <a:endParaRPr lang="en-US" sz="2200" dirty="0">
              <a:solidFill>
                <a:schemeClr val="tx1">
                  <a:lumMod val="95000"/>
                  <a:lumOff val="5000"/>
                </a:schemeClr>
              </a:solidFill>
              <a:latin typeface="+mj-lt"/>
            </a:endParaRPr>
          </a:p>
        </p:txBody>
      </p:sp>
      <p:sp>
        <p:nvSpPr>
          <p:cNvPr id="31" name="Text 1"/>
          <p:cNvSpPr/>
          <p:nvPr/>
        </p:nvSpPr>
        <p:spPr>
          <a:xfrm>
            <a:off x="8928447" y="4934154"/>
            <a:ext cx="3365897" cy="354330"/>
          </a:xfrm>
          <a:prstGeom prst="rect">
            <a:avLst/>
          </a:prstGeom>
          <a:noFill/>
        </p:spPr>
        <p:txBody>
          <a:bodyPr wrap="none" lIns="0" tIns="0" rIns="0" bIns="0" rtlCol="0" anchor="t"/>
          <a:lstStyle/>
          <a:p>
            <a:pPr algn="l">
              <a:lnSpc>
                <a:spcPts val="2750"/>
              </a:lnSpc>
            </a:pPr>
            <a:r>
              <a:rPr lang="vi-VN" sz="2200" b="1" dirty="0">
                <a:solidFill>
                  <a:schemeClr val="tx1">
                    <a:lumMod val="95000"/>
                    <a:lumOff val="5000"/>
                  </a:schemeClr>
                </a:solidFill>
                <a:latin typeface="+mj-lt"/>
                <a:ea typeface="Fraunces Extra Bold" pitchFamily="34" charset="-122"/>
                <a:cs typeface="Fraunces Extra Bold" pitchFamily="34" charset="-120"/>
              </a:rPr>
              <a:t>Mã số sinh viên: </a:t>
            </a:r>
            <a:r>
              <a:rPr lang="vi-VN" sz="2200" b="1" noProof="0" dirty="0">
                <a:ln>
                  <a:noFill/>
                </a:ln>
                <a:solidFill>
                  <a:prstClr val="black">
                    <a:lumMod val="95000"/>
                    <a:lumOff val="5000"/>
                  </a:prstClr>
                </a:solidFill>
                <a:effectLst/>
                <a:uLnTx/>
                <a:uFillTx/>
                <a:latin typeface="Times New Roman" panose="02020603050405020304" pitchFamily="18" charset="0"/>
                <a:ea typeface="Fraunces Extra Bold" pitchFamily="34" charset="-122"/>
                <a:cs typeface="Fraunces Extra Bold" pitchFamily="34" charset="-120"/>
                <a:sym typeface="+mn-ea"/>
              </a:rPr>
              <a:t>221610</a:t>
            </a:r>
            <a:r>
              <a:rPr lang="en-US" altLang="vi-VN" sz="2200" b="1" noProof="0" dirty="0">
                <a:ln>
                  <a:noFill/>
                </a:ln>
                <a:solidFill>
                  <a:prstClr val="black">
                    <a:lumMod val="95000"/>
                    <a:lumOff val="5000"/>
                  </a:prstClr>
                </a:solidFill>
                <a:effectLst/>
                <a:uLnTx/>
                <a:uFillTx/>
                <a:latin typeface="Times New Roman" panose="02020603050405020304" pitchFamily="18" charset="0"/>
                <a:ea typeface="Fraunces Extra Bold" pitchFamily="34" charset="-122"/>
                <a:cs typeface="Fraunces Extra Bold" pitchFamily="34" charset="-120"/>
                <a:sym typeface="+mn-ea"/>
              </a:rPr>
              <a:t>68</a:t>
            </a:r>
            <a:endParaRPr kumimoji="0" lang="vi-VN" sz="2200" b="1" i="0" u="none" strike="noStrike" kern="1200" cap="none" spc="0" normalizeH="0" baseline="0" noProof="0" dirty="0">
              <a:ln>
                <a:noFill/>
              </a:ln>
              <a:solidFill>
                <a:prstClr val="black">
                  <a:lumMod val="95000"/>
                  <a:lumOff val="5000"/>
                </a:prstClr>
              </a:solidFill>
              <a:effectLst/>
              <a:uLnTx/>
              <a:uFillTx/>
              <a:latin typeface="Times New Roman" panose="02020603050405020304" pitchFamily="18" charset="0"/>
              <a:ea typeface="Fraunces Extra Bold" pitchFamily="34" charset="-122"/>
              <a:cs typeface="Fraunces Extra Bold" pitchFamily="34" charset="-120"/>
            </a:endParaRPr>
          </a:p>
          <a:p>
            <a:pPr algn="l">
              <a:lnSpc>
                <a:spcPts val="2750"/>
              </a:lnSpc>
            </a:pPr>
            <a:r>
              <a:rPr kumimoji="0" lang="vi-VN" sz="2200" b="1" i="0" u="none" strike="noStrike" kern="1200" cap="none" spc="0" normalizeH="0" baseline="0" noProof="0" dirty="0">
                <a:ln>
                  <a:noFill/>
                </a:ln>
                <a:solidFill>
                  <a:prstClr val="black">
                    <a:lumMod val="95000"/>
                    <a:lumOff val="5000"/>
                  </a:prstClr>
                </a:solidFill>
                <a:effectLst/>
                <a:uLnTx/>
                <a:uFillTx/>
                <a:latin typeface="Times New Roman" panose="02020603050405020304" pitchFamily="18" charset="0"/>
                <a:ea typeface="Fraunces Extra Bold" pitchFamily="34" charset="-122"/>
                <a:cs typeface="Fraunces Extra Bold" pitchFamily="34" charset="-120"/>
              </a:rPr>
              <a:t>		   2216107</a:t>
            </a:r>
            <a:r>
              <a:rPr kumimoji="0" lang="en-US" altLang="vi-VN" sz="2200" b="1" i="0" u="none" strike="noStrike" kern="1200" cap="none" spc="0" normalizeH="0" baseline="0" noProof="0" dirty="0">
                <a:ln>
                  <a:noFill/>
                </a:ln>
                <a:solidFill>
                  <a:prstClr val="black">
                    <a:lumMod val="95000"/>
                    <a:lumOff val="5000"/>
                  </a:prstClr>
                </a:solidFill>
                <a:effectLst/>
                <a:uLnTx/>
                <a:uFillTx/>
                <a:latin typeface="Times New Roman" panose="02020603050405020304" pitchFamily="18" charset="0"/>
                <a:ea typeface="Fraunces Extra Bold" pitchFamily="34" charset="-122"/>
                <a:cs typeface="Fraunces Extra Bold" pitchFamily="34" charset="-120"/>
              </a:rPr>
              <a:t>2</a:t>
            </a:r>
          </a:p>
        </p:txBody>
      </p:sp>
      <p:sp>
        <p:nvSpPr>
          <p:cNvPr id="32" name="Text 1"/>
          <p:cNvSpPr/>
          <p:nvPr/>
        </p:nvSpPr>
        <p:spPr>
          <a:xfrm>
            <a:off x="8928446" y="5837459"/>
            <a:ext cx="3365897" cy="354330"/>
          </a:xfrm>
          <a:prstGeom prst="rect">
            <a:avLst/>
          </a:prstGeom>
          <a:noFill/>
        </p:spPr>
        <p:txBody>
          <a:bodyPr wrap="none" lIns="0" tIns="0" rIns="0" bIns="0" rtlCol="0" anchor="t"/>
          <a:lstStyle/>
          <a:p>
            <a:pPr>
              <a:lnSpc>
                <a:spcPts val="2750"/>
              </a:lnSpc>
            </a:pPr>
            <a:r>
              <a:rPr lang="vi-VN" sz="2200" b="1" dirty="0">
                <a:solidFill>
                  <a:schemeClr val="tx1">
                    <a:lumMod val="95000"/>
                    <a:lumOff val="5000"/>
                  </a:schemeClr>
                </a:solidFill>
                <a:latin typeface="+mj-lt"/>
                <a:ea typeface="Fraunces Extra Bold" pitchFamily="34" charset="-122"/>
                <a:cs typeface="Fraunces Extra Bold" pitchFamily="34" charset="-120"/>
              </a:rPr>
              <a:t>Lớp: 22161FIE1</a:t>
            </a:r>
            <a:endParaRPr lang="en-US" sz="2200" dirty="0">
              <a:solidFill>
                <a:schemeClr val="tx1">
                  <a:lumMod val="95000"/>
                  <a:lumOff val="5000"/>
                </a:schemeClr>
              </a:solidFill>
              <a:latin typeface="+mj-lt"/>
            </a:endParaRPr>
          </a:p>
        </p:txBody>
      </p:sp>
      <p:pic>
        <p:nvPicPr>
          <p:cNvPr id="6" name="Picture 5" descr="Trường Đại Học Công nghệ Kỹ Thuật TP. HCM"/>
          <p:cNvPicPr>
            <a:picLocks noChangeAspect="1"/>
          </p:cNvPicPr>
          <p:nvPr/>
        </p:nvPicPr>
        <p:blipFill>
          <a:blip r:embed="rId5"/>
          <a:stretch>
            <a:fillRect/>
          </a:stretch>
        </p:blipFill>
        <p:spPr>
          <a:xfrm>
            <a:off x="-1" y="6672"/>
            <a:ext cx="10858501" cy="1866493"/>
          </a:xfrm>
          <a:prstGeom prst="rect">
            <a:avLst/>
          </a:prstGeom>
        </p:spPr>
      </p:pic>
      <p:pic>
        <p:nvPicPr>
          <p:cNvPr id="11" name="Picture 10"/>
          <p:cNvPicPr>
            <a:picLocks noChangeAspect="1"/>
          </p:cNvPicPr>
          <p:nvPr/>
        </p:nvPicPr>
        <p:blipFill>
          <a:blip r:embed="rId6"/>
          <a:stretch>
            <a:fillRect/>
          </a:stretch>
        </p:blipFill>
        <p:spPr>
          <a:xfrm>
            <a:off x="7407035" y="3395"/>
            <a:ext cx="3525024" cy="1894316"/>
          </a:xfrm>
          <a:prstGeom prst="rect">
            <a:avLst/>
          </a:prstGeom>
        </p:spPr>
      </p:pic>
      <p:pic>
        <p:nvPicPr>
          <p:cNvPr id="8" name="Picture 7"/>
          <p:cNvPicPr>
            <a:picLocks noChangeAspect="1"/>
          </p:cNvPicPr>
          <p:nvPr/>
        </p:nvPicPr>
        <p:blipFill>
          <a:blip r:embed="rId7"/>
          <a:stretch>
            <a:fillRect/>
          </a:stretch>
        </p:blipFill>
        <p:spPr>
          <a:xfrm>
            <a:off x="12750689" y="8338"/>
            <a:ext cx="1756652" cy="1626159"/>
          </a:xfrm>
          <a:prstGeom prst="rect">
            <a:avLst/>
          </a:prstGeom>
        </p:spPr>
      </p:pic>
      <p:sp>
        <p:nvSpPr>
          <p:cNvPr id="10" name="Text 1"/>
          <p:cNvSpPr/>
          <p:nvPr/>
        </p:nvSpPr>
        <p:spPr>
          <a:xfrm>
            <a:off x="394970" y="4269621"/>
            <a:ext cx="3365897" cy="354330"/>
          </a:xfrm>
          <a:prstGeom prst="rect">
            <a:avLst/>
          </a:prstGeom>
          <a:noFill/>
        </p:spPr>
        <p:txBody>
          <a:bodyPr wrap="none" lIns="0" tIns="0" rIns="0" bIns="0" rtlCol="0" anchor="t"/>
          <a:lstStyle/>
          <a:p>
            <a:pPr>
              <a:lnSpc>
                <a:spcPts val="2750"/>
              </a:lnSpc>
            </a:pPr>
            <a:r>
              <a:rPr lang="vi-VN" sz="2200" b="1" dirty="0">
                <a:solidFill>
                  <a:schemeClr val="tx1">
                    <a:lumMod val="95000"/>
                    <a:lumOff val="5000"/>
                  </a:schemeClr>
                </a:solidFill>
                <a:latin typeface="+mj-lt"/>
                <a:ea typeface="Fraunces Extra Bold" pitchFamily="34" charset="-122"/>
                <a:cs typeface="Fraunces Extra Bold" pitchFamily="34" charset="-120"/>
              </a:rPr>
              <a:t>Giáo viên hướng dẫn : Ths. Huỳnh Hoàng Hà</a:t>
            </a:r>
            <a:endParaRPr lang="en-US" sz="2200" dirty="0">
              <a:solidFill>
                <a:schemeClr val="tx1">
                  <a:lumMod val="95000"/>
                  <a:lumOff val="5000"/>
                </a:schemeClr>
              </a:solidFill>
              <a:latin typeface="Times New Roman" panose="02020603050405020304" pitchFamily="18" charset="0"/>
              <a:cs typeface="Times New Roman" panose="02020603050405020304" pitchFamily="18" charset="0"/>
            </a:endParaRPr>
          </a:p>
        </p:txBody>
      </p:sp>
    </p:spTree>
  </p:cSld>
  <p:clrMapOvr>
    <a:masterClrMapping/>
  </p:clrMapOvr>
  <mc:AlternateContent xmlns:mc="http://schemas.openxmlformats.org/markup-compatibility/2006" xmlns:p14="http://schemas.microsoft.com/office/powerpoint/2010/main">
    <mc:Choice Requires="p14">
      <p:transition spd="slow" p14:dur="800">
        <p:circle/>
      </p:transition>
    </mc:Choice>
    <mc:Fallback xmlns="">
      <p:transition spd="slow">
        <p:circle/>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57" name="Table 56"/>
          <p:cNvGraphicFramePr>
            <a:graphicFrameLocks noGrp="1"/>
          </p:cNvGraphicFramePr>
          <p:nvPr/>
        </p:nvGraphicFramePr>
        <p:xfrm>
          <a:off x="7198" y="0"/>
          <a:ext cx="14630400" cy="1176465"/>
        </p:xfrm>
        <a:graphic>
          <a:graphicData uri="http://schemas.openxmlformats.org/drawingml/2006/table">
            <a:tbl>
              <a:tblPr firstRow="1" bandRow="1">
                <a:tableStyleId>{FABFCF23-3B69-468F-B69F-88F6DE6A72F2}</a:tableStyleId>
              </a:tblPr>
              <a:tblGrid>
                <a:gridCol w="14630400">
                  <a:extLst>
                    <a:ext uri="{9D8B030D-6E8A-4147-A177-3AD203B41FA5}">
                      <a16:colId xmlns:a16="http://schemas.microsoft.com/office/drawing/2014/main" val="20000"/>
                    </a:ext>
                  </a:extLst>
                </a:gridCol>
              </a:tblGrid>
              <a:tr h="1099698">
                <a:tc>
                  <a:txBody>
                    <a:bodyPr/>
                    <a:lstStyle/>
                    <a:p>
                      <a:pPr marL="0" indent="0" algn="ctr">
                        <a:lnSpc>
                          <a:spcPts val="2750"/>
                        </a:lnSpc>
                        <a:buNone/>
                      </a:pPr>
                      <a:endParaRPr lang="en-US" altLang="en-US" sz="3600" b="1" i="1" dirty="0">
                        <a:solidFill>
                          <a:schemeClr val="tx1">
                            <a:lumMod val="95000"/>
                            <a:lumOff val="5000"/>
                          </a:schemeClr>
                        </a:solidFill>
                        <a:latin typeface="Times New Roman" panose="02020603050405020304" pitchFamily="18" charset="0"/>
                        <a:ea typeface="Fraunces Extra Bold" pitchFamily="34" charset="-122"/>
                        <a:cs typeface="Times New Roman" panose="02020603050405020304" pitchFamily="18" charset="0"/>
                      </a:endParaRPr>
                    </a:p>
                    <a:p>
                      <a:pPr marL="0" indent="0" algn="ctr">
                        <a:lnSpc>
                          <a:spcPts val="2750"/>
                        </a:lnSpc>
                        <a:buNone/>
                      </a:pPr>
                      <a:r>
                        <a:rPr lang="en-US" altLang="en-US" sz="3600" b="1" i="1" dirty="0">
                          <a:solidFill>
                            <a:schemeClr val="tx1">
                              <a:lumMod val="95000"/>
                              <a:lumOff val="5000"/>
                            </a:schemeClr>
                          </a:solidFill>
                          <a:latin typeface="Times New Roman" panose="02020603050405020304" pitchFamily="18" charset="0"/>
                          <a:ea typeface="Fraunces Extra Bold" pitchFamily="34" charset="-122"/>
                          <a:cs typeface="Times New Roman" panose="02020603050405020304" pitchFamily="18" charset="0"/>
                        </a:rPr>
                        <a:t>Tuần 24/08-30/08: Mục tiêu &amp; Phạm vi</a:t>
                      </a:r>
                    </a:p>
                    <a:p>
                      <a:pPr marL="0" indent="0" algn="ctr">
                        <a:lnSpc>
                          <a:spcPts val="2750"/>
                        </a:lnSpc>
                        <a:buNone/>
                      </a:pPr>
                      <a:endParaRPr lang="en-US" altLang="en-US" sz="3600" b="1" i="1" dirty="0">
                        <a:solidFill>
                          <a:schemeClr val="tx1">
                            <a:lumMod val="95000"/>
                            <a:lumOff val="5000"/>
                          </a:schemeClr>
                        </a:solidFill>
                        <a:latin typeface="Times New Roman" panose="02020603050405020304" pitchFamily="18" charset="0"/>
                        <a:ea typeface="Fraunces Extra Bold" pitchFamily="34" charset="-122"/>
                        <a:cs typeface="Times New Roman" panose="02020603050405020304" pitchFamily="18" charset="0"/>
                      </a:endParaRPr>
                    </a:p>
                  </a:txBody>
                  <a:tcPr/>
                </a:tc>
                <a:extLst>
                  <a:ext uri="{0D108BD9-81ED-4DB2-BD59-A6C34878D82A}">
                    <a16:rowId xmlns:a16="http://schemas.microsoft.com/office/drawing/2014/main" val="10000"/>
                  </a:ext>
                </a:extLst>
              </a:tr>
            </a:tbl>
          </a:graphicData>
        </a:graphic>
      </p:graphicFrame>
      <p:pic>
        <p:nvPicPr>
          <p:cNvPr id="9" name="Image 1" descr="preencoded.png"/>
          <p:cNvPicPr>
            <a:picLocks noChangeAspect="1"/>
          </p:cNvPicPr>
          <p:nvPr/>
        </p:nvPicPr>
        <p:blipFill>
          <a:blip r:embed="rId2"/>
          <a:stretch>
            <a:fillRect/>
          </a:stretch>
        </p:blipFill>
        <p:spPr>
          <a:xfrm>
            <a:off x="2146582" y="1099698"/>
            <a:ext cx="483870" cy="568960"/>
          </a:xfrm>
          <a:prstGeom prst="rect">
            <a:avLst/>
          </a:prstGeom>
        </p:spPr>
      </p:pic>
      <p:sp>
        <p:nvSpPr>
          <p:cNvPr id="6" name="Text Box 5"/>
          <p:cNvSpPr txBox="1"/>
          <p:nvPr/>
        </p:nvSpPr>
        <p:spPr>
          <a:xfrm>
            <a:off x="577850" y="1443355"/>
            <a:ext cx="13340715" cy="1938655"/>
          </a:xfrm>
          <a:prstGeom prst="rect">
            <a:avLst/>
          </a:prstGeom>
          <a:noFill/>
        </p:spPr>
        <p:txBody>
          <a:bodyPr wrap="square" rtlCol="0" anchor="t">
            <a:noAutofit/>
          </a:bodyPr>
          <a:lstStyle/>
          <a:p>
            <a:pPr marL="342900" indent="-342900" algn="just">
              <a:lnSpc>
                <a:spcPts val="2900"/>
              </a:lnSpc>
              <a:buFont typeface="Arial" panose="020B0604020202020204" pitchFamily="34" charset="0"/>
              <a:buChar char="•"/>
            </a:pPr>
            <a:r>
              <a:rPr lang="en-US" altLang="en-US" sz="2350" b="1" dirty="0">
                <a:solidFill>
                  <a:srgbClr val="384653"/>
                </a:solidFill>
                <a:latin typeface="Times New Roman" panose="02020603050405020304" pitchFamily="18" charset="0"/>
                <a:cs typeface="Times New Roman" panose="02020603050405020304" pitchFamily="18" charset="0"/>
                <a:sym typeface="+mn-ea"/>
              </a:rPr>
              <a:t>Mục tiêu chính: khảo sát và thử nghiệm các mô hình AI cho bài toán nhận thức làn đường trên thiết bị nhúng tài nguyên hạn chế (Raspberry Pi). </a:t>
            </a:r>
            <a:endParaRPr lang="vi-VN" altLang="en-US" sz="2350" b="1" dirty="0">
              <a:solidFill>
                <a:srgbClr val="384653"/>
              </a:solidFill>
              <a:latin typeface="Times New Roman" panose="02020603050405020304" pitchFamily="18" charset="0"/>
              <a:cs typeface="Times New Roman" panose="02020603050405020304" pitchFamily="18" charset="0"/>
              <a:sym typeface="+mn-ea"/>
            </a:endParaRPr>
          </a:p>
          <a:p>
            <a:pPr algn="just">
              <a:lnSpc>
                <a:spcPts val="2900"/>
              </a:lnSpc>
            </a:pPr>
            <a:endParaRPr lang="en-US" altLang="en-US" sz="2350" b="1" dirty="0">
              <a:solidFill>
                <a:srgbClr val="384653"/>
              </a:solidFill>
              <a:latin typeface="Times New Roman" panose="02020603050405020304" pitchFamily="18" charset="0"/>
              <a:cs typeface="Times New Roman" panose="02020603050405020304" pitchFamily="18" charset="0"/>
              <a:sym typeface="+mn-ea"/>
            </a:endParaRPr>
          </a:p>
          <a:p>
            <a:pPr marL="342900" indent="-342900" algn="just">
              <a:lnSpc>
                <a:spcPts val="2900"/>
              </a:lnSpc>
              <a:buFont typeface="Arial" panose="020B0604020202020204" pitchFamily="34" charset="0"/>
              <a:buChar char="•"/>
            </a:pPr>
            <a:r>
              <a:rPr lang="en-US" altLang="en-US" sz="2350" b="1" dirty="0">
                <a:solidFill>
                  <a:srgbClr val="384653"/>
                </a:solidFill>
                <a:latin typeface="Times New Roman" panose="02020603050405020304" pitchFamily="18" charset="0"/>
                <a:cs typeface="Times New Roman" panose="02020603050405020304" pitchFamily="18" charset="0"/>
                <a:sym typeface="+mn-ea"/>
              </a:rPr>
              <a:t>Các bước cụ thể: lựa chọn mô hình phù hợp, triển khai thử nghiệm trên Raspberry Pi, kiểm tra khả năng nhận diện làn đường, nhận diện vùng có thể di chuyển (drivable area), và phát hiện phương tiện. </a:t>
            </a:r>
          </a:p>
          <a:p>
            <a:pPr marL="342900" indent="-342900" algn="just">
              <a:lnSpc>
                <a:spcPts val="2900"/>
              </a:lnSpc>
              <a:buFont typeface="Arial" panose="020B0604020202020204" pitchFamily="34" charset="0"/>
              <a:buChar char="•"/>
            </a:pPr>
            <a:endParaRPr lang="en-US" altLang="en-US" sz="2350" b="1" dirty="0">
              <a:solidFill>
                <a:srgbClr val="384653"/>
              </a:solidFill>
              <a:latin typeface="Barlow Bold" panose="00000800000000000000" pitchFamily="34" charset="0"/>
              <a:sym typeface="+mn-ea"/>
            </a:endParaRPr>
          </a:p>
        </p:txBody>
      </p:sp>
      <p:sp>
        <p:nvSpPr>
          <p:cNvPr id="17" name="Shape 3"/>
          <p:cNvSpPr/>
          <p:nvPr/>
        </p:nvSpPr>
        <p:spPr>
          <a:xfrm>
            <a:off x="758826" y="3891787"/>
            <a:ext cx="6302240" cy="2510507"/>
          </a:xfrm>
          <a:prstGeom prst="roundRect">
            <a:avLst>
              <a:gd name="adj" fmla="val 6235"/>
            </a:avLst>
          </a:prstGeom>
          <a:solidFill>
            <a:srgbClr val="FFFFFF"/>
          </a:solidFill>
          <a:ln w="22860">
            <a:solidFill>
              <a:srgbClr val="BACFDD"/>
            </a:solidFill>
            <a:prstDash val="solid"/>
          </a:ln>
        </p:spPr>
        <p:txBody>
          <a:bodyPr/>
          <a:lstStyle/>
          <a:p>
            <a:pPr marL="0" indent="0" algn="l">
              <a:lnSpc>
                <a:spcPct val="133000"/>
              </a:lnSpc>
              <a:buNone/>
            </a:pPr>
            <a:endParaRPr lang="en-US"/>
          </a:p>
        </p:txBody>
      </p:sp>
      <p:pic>
        <p:nvPicPr>
          <p:cNvPr id="18" name="Image 0" descr="preencoded.png"/>
          <p:cNvPicPr>
            <a:picLocks noChangeAspect="1"/>
          </p:cNvPicPr>
          <p:nvPr/>
        </p:nvPicPr>
        <p:blipFill>
          <a:blip r:embed="rId3"/>
          <a:stretch>
            <a:fillRect/>
          </a:stretch>
        </p:blipFill>
        <p:spPr>
          <a:xfrm>
            <a:off x="737467" y="3891788"/>
            <a:ext cx="131452" cy="2543810"/>
          </a:xfrm>
          <a:prstGeom prst="rect">
            <a:avLst/>
          </a:prstGeom>
        </p:spPr>
      </p:pic>
      <p:sp>
        <p:nvSpPr>
          <p:cNvPr id="19" name="Text 4"/>
          <p:cNvSpPr/>
          <p:nvPr/>
        </p:nvSpPr>
        <p:spPr>
          <a:xfrm>
            <a:off x="1152446" y="4032185"/>
            <a:ext cx="2708314" cy="329594"/>
          </a:xfrm>
          <a:prstGeom prst="rect">
            <a:avLst/>
          </a:prstGeom>
          <a:noFill/>
        </p:spPr>
        <p:txBody>
          <a:bodyPr wrap="none" lIns="0" tIns="0" rIns="0" bIns="0" rtlCol="0" anchor="t"/>
          <a:lstStyle/>
          <a:p>
            <a:pPr marL="0" indent="0" algn="l">
              <a:lnSpc>
                <a:spcPts val="2450"/>
              </a:lnSpc>
              <a:buNone/>
            </a:pPr>
            <a:r>
              <a:rPr lang="en-US" altLang="en-US" sz="2400" b="1" dirty="0" err="1">
                <a:solidFill>
                  <a:srgbClr val="384653"/>
                </a:solidFill>
                <a:latin typeface="Barlow Bold" panose="00000800000000000000" pitchFamily="34" charset="0"/>
                <a:ea typeface="Barlow Bold" panose="00000800000000000000" pitchFamily="34" charset="-122"/>
                <a:cs typeface="Barlow Bold" panose="00000800000000000000" pitchFamily="34" charset="-120"/>
              </a:rPr>
              <a:t>Nhận</a:t>
            </a:r>
            <a:r>
              <a:rPr lang="en-US" altLang="en-US" sz="2400" b="1" dirty="0">
                <a:solidFill>
                  <a:srgbClr val="384653"/>
                </a:solidFill>
                <a:latin typeface="Barlow Bold" panose="00000800000000000000" pitchFamily="34" charset="0"/>
                <a:ea typeface="Barlow Bold" panose="00000800000000000000" pitchFamily="34" charset="-122"/>
                <a:cs typeface="Barlow Bold" panose="00000800000000000000" pitchFamily="34" charset="-120"/>
              </a:rPr>
              <a:t> diện làn đường</a:t>
            </a:r>
          </a:p>
          <a:p>
            <a:pPr marL="0" indent="0" algn="l">
              <a:lnSpc>
                <a:spcPts val="2450"/>
              </a:lnSpc>
              <a:buNone/>
            </a:pPr>
            <a:endParaRPr lang="en-US" altLang="en-US" sz="2400" b="1" dirty="0">
              <a:solidFill>
                <a:srgbClr val="384653"/>
              </a:solidFill>
              <a:latin typeface="Barlow Bold" panose="00000800000000000000" pitchFamily="34" charset="0"/>
              <a:ea typeface="Barlow Bold" panose="00000800000000000000" pitchFamily="34" charset="-122"/>
              <a:cs typeface="Barlow Bold" panose="00000800000000000000" pitchFamily="34" charset="-120"/>
            </a:endParaRPr>
          </a:p>
        </p:txBody>
      </p:sp>
      <p:sp>
        <p:nvSpPr>
          <p:cNvPr id="27" name="Text Box 26"/>
          <p:cNvSpPr txBox="1"/>
          <p:nvPr/>
        </p:nvSpPr>
        <p:spPr>
          <a:xfrm>
            <a:off x="1066007" y="4504722"/>
            <a:ext cx="3156659" cy="1171661"/>
          </a:xfrm>
          <a:prstGeom prst="rect">
            <a:avLst/>
          </a:prstGeom>
          <a:noFill/>
        </p:spPr>
        <p:txBody>
          <a:bodyPr wrap="square" rtlCol="0">
            <a:noAutofit/>
          </a:bodyPr>
          <a:lstStyle/>
          <a:p>
            <a:pPr algn="just"/>
            <a:r>
              <a:rPr lang="en-US" dirty="0">
                <a:solidFill>
                  <a:srgbClr val="00002E"/>
                </a:solidFill>
                <a:latin typeface="Times New Roman" panose="02020603050405020304" pitchFamily="18" charset="0"/>
                <a:ea typeface="PT Sans" panose="020B0503020203020204" pitchFamily="34" charset="-122"/>
                <a:cs typeface="Times New Roman" panose="02020603050405020304" pitchFamily="18" charset="0"/>
                <a:sym typeface="+mn-ea"/>
              </a:rPr>
              <a:t>Kiểm tra segmentation của vạch và xác định biên làn trong nhiều điều kiện ánh sáng.</a:t>
            </a:r>
            <a:endParaRPr lang="en-US" dirty="0">
              <a:latin typeface="Times New Roman" panose="02020603050405020304" pitchFamily="18" charset="0"/>
              <a:cs typeface="Times New Roman" panose="02020603050405020304" pitchFamily="18" charset="0"/>
            </a:endParaRPr>
          </a:p>
          <a:p>
            <a:pPr algn="just"/>
            <a:endParaRPr lang="en-US" dirty="0">
              <a:latin typeface="Times New Roman" panose="02020603050405020304" pitchFamily="18" charset="0"/>
              <a:cs typeface="Times New Roman" panose="02020603050405020304" pitchFamily="18" charset="0"/>
            </a:endParaRPr>
          </a:p>
        </p:txBody>
      </p:sp>
      <p:pic>
        <p:nvPicPr>
          <p:cNvPr id="3" name="Picture 2">
            <a:extLst>
              <a:ext uri="{FF2B5EF4-FFF2-40B4-BE49-F238E27FC236}">
                <a16:creationId xmlns:a16="http://schemas.microsoft.com/office/drawing/2014/main" id="{7A1657DE-3DCB-2290-444A-4BE525AAA5D5}"/>
              </a:ext>
            </a:extLst>
          </p:cNvPr>
          <p:cNvPicPr>
            <a:picLocks noChangeAspect="1"/>
          </p:cNvPicPr>
          <p:nvPr/>
        </p:nvPicPr>
        <p:blipFill>
          <a:blip r:embed="rId4"/>
          <a:stretch>
            <a:fillRect/>
          </a:stretch>
        </p:blipFill>
        <p:spPr>
          <a:xfrm>
            <a:off x="10318528" y="7613618"/>
            <a:ext cx="4311872" cy="615982"/>
          </a:xfrm>
          <a:prstGeom prst="rect">
            <a:avLst/>
          </a:prstGeom>
        </p:spPr>
      </p:pic>
      <p:sp>
        <p:nvSpPr>
          <p:cNvPr id="4" name="Shape 3">
            <a:extLst>
              <a:ext uri="{FF2B5EF4-FFF2-40B4-BE49-F238E27FC236}">
                <a16:creationId xmlns:a16="http://schemas.microsoft.com/office/drawing/2014/main" id="{C98E15FF-FB02-F5F8-3A67-82BF8A8E5ED9}"/>
              </a:ext>
            </a:extLst>
          </p:cNvPr>
          <p:cNvSpPr/>
          <p:nvPr/>
        </p:nvSpPr>
        <p:spPr>
          <a:xfrm>
            <a:off x="7859940" y="3925091"/>
            <a:ext cx="6302240" cy="2510507"/>
          </a:xfrm>
          <a:prstGeom prst="roundRect">
            <a:avLst>
              <a:gd name="adj" fmla="val 6235"/>
            </a:avLst>
          </a:prstGeom>
          <a:solidFill>
            <a:srgbClr val="FFFFFF"/>
          </a:solidFill>
          <a:ln w="22860">
            <a:solidFill>
              <a:srgbClr val="BACFDD"/>
            </a:solidFill>
            <a:prstDash val="solid"/>
          </a:ln>
        </p:spPr>
        <p:txBody>
          <a:bodyPr/>
          <a:lstStyle/>
          <a:p>
            <a:pPr marL="0" indent="0" algn="l">
              <a:lnSpc>
                <a:spcPct val="133000"/>
              </a:lnSpc>
              <a:buNone/>
            </a:pPr>
            <a:endParaRPr lang="en-US"/>
          </a:p>
        </p:txBody>
      </p:sp>
      <p:pic>
        <p:nvPicPr>
          <p:cNvPr id="8" name="Image 0" descr="preencoded.png">
            <a:extLst>
              <a:ext uri="{FF2B5EF4-FFF2-40B4-BE49-F238E27FC236}">
                <a16:creationId xmlns:a16="http://schemas.microsoft.com/office/drawing/2014/main" id="{D05DB3CD-CB5E-368E-8BED-75CD5D4EC566}"/>
              </a:ext>
            </a:extLst>
          </p:cNvPr>
          <p:cNvPicPr>
            <a:picLocks noChangeAspect="1"/>
          </p:cNvPicPr>
          <p:nvPr/>
        </p:nvPicPr>
        <p:blipFill>
          <a:blip r:embed="rId3"/>
          <a:stretch>
            <a:fillRect/>
          </a:stretch>
        </p:blipFill>
        <p:spPr>
          <a:xfrm>
            <a:off x="7838581" y="3925092"/>
            <a:ext cx="131452" cy="2543810"/>
          </a:xfrm>
          <a:prstGeom prst="rect">
            <a:avLst/>
          </a:prstGeom>
        </p:spPr>
      </p:pic>
      <p:pic>
        <p:nvPicPr>
          <p:cNvPr id="34" name="Picture 33"/>
          <p:cNvPicPr/>
          <p:nvPr/>
        </p:nvPicPr>
        <p:blipFill>
          <a:blip r:embed="rId5"/>
          <a:stretch>
            <a:fillRect/>
          </a:stretch>
        </p:blipFill>
        <p:spPr>
          <a:xfrm>
            <a:off x="11447658" y="3925092"/>
            <a:ext cx="2708314" cy="2510506"/>
          </a:xfrm>
          <a:prstGeom prst="rect">
            <a:avLst/>
          </a:prstGeom>
        </p:spPr>
      </p:pic>
      <p:pic>
        <p:nvPicPr>
          <p:cNvPr id="28" name="Picture 27"/>
          <p:cNvPicPr/>
          <p:nvPr/>
        </p:nvPicPr>
        <p:blipFill>
          <a:blip r:embed="rId6"/>
          <a:stretch>
            <a:fillRect/>
          </a:stretch>
        </p:blipFill>
        <p:spPr>
          <a:xfrm>
            <a:off x="4506193" y="3883680"/>
            <a:ext cx="2593999" cy="2503045"/>
          </a:xfrm>
          <a:prstGeom prst="rect">
            <a:avLst/>
          </a:prstGeom>
        </p:spPr>
      </p:pic>
      <p:sp>
        <p:nvSpPr>
          <p:cNvPr id="41" name="Text 4"/>
          <p:cNvSpPr/>
          <p:nvPr/>
        </p:nvSpPr>
        <p:spPr>
          <a:xfrm>
            <a:off x="8280926" y="4125780"/>
            <a:ext cx="4682490" cy="338455"/>
          </a:xfrm>
          <a:prstGeom prst="rect">
            <a:avLst/>
          </a:prstGeom>
          <a:noFill/>
        </p:spPr>
        <p:txBody>
          <a:bodyPr wrap="none" lIns="0" tIns="0" rIns="0" bIns="0" rtlCol="0" anchor="t"/>
          <a:lstStyle/>
          <a:p>
            <a:pPr marL="0" indent="0" algn="l">
              <a:lnSpc>
                <a:spcPts val="2450"/>
              </a:lnSpc>
              <a:buNone/>
            </a:pPr>
            <a:r>
              <a:rPr lang="en-US" altLang="en-US" sz="2400" b="1" dirty="0" err="1">
                <a:solidFill>
                  <a:srgbClr val="384653"/>
                </a:solidFill>
                <a:latin typeface="Barlow Bold" panose="00000800000000000000" pitchFamily="34" charset="0"/>
                <a:ea typeface="Barlow Bold" panose="00000800000000000000" pitchFamily="34" charset="-122"/>
                <a:cs typeface="Barlow Bold" panose="00000800000000000000" pitchFamily="34" charset="-120"/>
              </a:rPr>
              <a:t>Phát</a:t>
            </a:r>
            <a:r>
              <a:rPr lang="en-US" altLang="en-US" sz="2400" b="1" dirty="0">
                <a:solidFill>
                  <a:srgbClr val="384653"/>
                </a:solidFill>
                <a:latin typeface="Barlow Bold" panose="00000800000000000000" pitchFamily="34" charset="0"/>
                <a:ea typeface="Barlow Bold" panose="00000800000000000000" pitchFamily="34" charset="-122"/>
                <a:cs typeface="Barlow Bold" panose="00000800000000000000" pitchFamily="34" charset="-120"/>
              </a:rPr>
              <a:t> hiện phương tiện</a:t>
            </a:r>
          </a:p>
        </p:txBody>
      </p:sp>
      <p:sp>
        <p:nvSpPr>
          <p:cNvPr id="42" name="Text Box 41"/>
          <p:cNvSpPr txBox="1"/>
          <p:nvPr/>
        </p:nvSpPr>
        <p:spPr>
          <a:xfrm>
            <a:off x="8280926" y="4664923"/>
            <a:ext cx="3075940" cy="1077595"/>
          </a:xfrm>
          <a:prstGeom prst="rect">
            <a:avLst/>
          </a:prstGeom>
          <a:noFill/>
        </p:spPr>
        <p:txBody>
          <a:bodyPr wrap="square" rtlCol="0">
            <a:noAutofit/>
          </a:bodyPr>
          <a:lstStyle/>
          <a:p>
            <a:pPr algn="just"/>
            <a:r>
              <a:rPr lang="en-US" altLang="en-US" dirty="0" err="1">
                <a:latin typeface="Times New Roman" panose="02020603050405020304" pitchFamily="18" charset="0"/>
                <a:cs typeface="Times New Roman" panose="02020603050405020304" pitchFamily="18" charset="0"/>
              </a:rPr>
              <a:t>Nhận</a:t>
            </a:r>
            <a:r>
              <a:rPr lang="en-US" altLang="en-US" dirty="0">
                <a:latin typeface="Times New Roman" panose="02020603050405020304" pitchFamily="18" charset="0"/>
                <a:cs typeface="Times New Roman" panose="02020603050405020304" pitchFamily="18" charset="0"/>
              </a:rPr>
              <a:t> </a:t>
            </a:r>
            <a:r>
              <a:rPr lang="en-US" altLang="en-US" dirty="0" err="1">
                <a:latin typeface="Times New Roman" panose="02020603050405020304" pitchFamily="18" charset="0"/>
                <a:cs typeface="Times New Roman" panose="02020603050405020304" pitchFamily="18" charset="0"/>
              </a:rPr>
              <a:t>diện</a:t>
            </a:r>
            <a:r>
              <a:rPr lang="en-US" altLang="en-US" dirty="0">
                <a:latin typeface="Times New Roman" panose="02020603050405020304" pitchFamily="18" charset="0"/>
                <a:cs typeface="Times New Roman" panose="02020603050405020304" pitchFamily="18" charset="0"/>
              </a:rPr>
              <a:t> </a:t>
            </a:r>
            <a:r>
              <a:rPr lang="en-US" altLang="en-US" dirty="0" err="1">
                <a:latin typeface="Times New Roman" panose="02020603050405020304" pitchFamily="18" charset="0"/>
                <a:cs typeface="Times New Roman" panose="02020603050405020304" pitchFamily="18" charset="0"/>
              </a:rPr>
              <a:t>và</a:t>
            </a:r>
            <a:r>
              <a:rPr lang="en-US" altLang="en-US" dirty="0">
                <a:latin typeface="Times New Roman" panose="02020603050405020304" pitchFamily="18" charset="0"/>
                <a:cs typeface="Times New Roman" panose="02020603050405020304" pitchFamily="18" charset="0"/>
              </a:rPr>
              <a:t> </a:t>
            </a:r>
            <a:r>
              <a:rPr lang="en-US" altLang="en-US" dirty="0" err="1">
                <a:latin typeface="Times New Roman" panose="02020603050405020304" pitchFamily="18" charset="0"/>
                <a:cs typeface="Times New Roman" panose="02020603050405020304" pitchFamily="18" charset="0"/>
              </a:rPr>
              <a:t>đánh</a:t>
            </a:r>
            <a:r>
              <a:rPr lang="en-US" altLang="en-US" dirty="0">
                <a:latin typeface="Times New Roman" panose="02020603050405020304" pitchFamily="18" charset="0"/>
                <a:cs typeface="Times New Roman" panose="02020603050405020304" pitchFamily="18" charset="0"/>
              </a:rPr>
              <a:t> </a:t>
            </a:r>
            <a:r>
              <a:rPr lang="en-US" altLang="en-US" dirty="0" err="1">
                <a:latin typeface="Times New Roman" panose="02020603050405020304" pitchFamily="18" charset="0"/>
                <a:cs typeface="Times New Roman" panose="02020603050405020304" pitchFamily="18" charset="0"/>
              </a:rPr>
              <a:t>dấu</a:t>
            </a:r>
            <a:r>
              <a:rPr lang="en-US" altLang="en-US" dirty="0">
                <a:latin typeface="Times New Roman" panose="02020603050405020304" pitchFamily="18" charset="0"/>
                <a:cs typeface="Times New Roman" panose="02020603050405020304" pitchFamily="18" charset="0"/>
              </a:rPr>
              <a:t> </a:t>
            </a:r>
            <a:r>
              <a:rPr lang="en-US" altLang="en-US" dirty="0" err="1">
                <a:latin typeface="Times New Roman" panose="02020603050405020304" pitchFamily="18" charset="0"/>
                <a:cs typeface="Times New Roman" panose="02020603050405020304" pitchFamily="18" charset="0"/>
              </a:rPr>
              <a:t>các</a:t>
            </a:r>
            <a:r>
              <a:rPr lang="en-US" altLang="en-US" dirty="0">
                <a:latin typeface="Times New Roman" panose="02020603050405020304" pitchFamily="18" charset="0"/>
                <a:cs typeface="Times New Roman" panose="02020603050405020304" pitchFamily="18" charset="0"/>
              </a:rPr>
              <a:t> </a:t>
            </a:r>
            <a:r>
              <a:rPr lang="en-US" altLang="en-US" dirty="0" err="1">
                <a:latin typeface="Times New Roman" panose="02020603050405020304" pitchFamily="18" charset="0"/>
                <a:cs typeface="Times New Roman" panose="02020603050405020304" pitchFamily="18" charset="0"/>
              </a:rPr>
              <a:t>phương</a:t>
            </a:r>
            <a:r>
              <a:rPr lang="en-US" altLang="en-US" dirty="0">
                <a:latin typeface="Times New Roman" panose="02020603050405020304" pitchFamily="18" charset="0"/>
                <a:cs typeface="Times New Roman" panose="02020603050405020304" pitchFamily="18" charset="0"/>
              </a:rPr>
              <a:t> </a:t>
            </a:r>
            <a:r>
              <a:rPr lang="en-US" altLang="en-US" dirty="0" err="1">
                <a:latin typeface="Times New Roman" panose="02020603050405020304" pitchFamily="18" charset="0"/>
                <a:cs typeface="Times New Roman" panose="02020603050405020304" pitchFamily="18" charset="0"/>
              </a:rPr>
              <a:t>tiện</a:t>
            </a:r>
            <a:r>
              <a:rPr lang="en-US" altLang="en-US" dirty="0">
                <a:latin typeface="Times New Roman" panose="02020603050405020304" pitchFamily="18" charset="0"/>
                <a:cs typeface="Times New Roman" panose="02020603050405020304" pitchFamily="18" charset="0"/>
              </a:rPr>
              <a:t> </a:t>
            </a:r>
            <a:r>
              <a:rPr lang="en-US" altLang="en-US" dirty="0" err="1">
                <a:latin typeface="Times New Roman" panose="02020603050405020304" pitchFamily="18" charset="0"/>
                <a:cs typeface="Times New Roman" panose="02020603050405020304" pitchFamily="18" charset="0"/>
              </a:rPr>
              <a:t>xung</a:t>
            </a:r>
            <a:r>
              <a:rPr lang="en-US" altLang="en-US" dirty="0">
                <a:latin typeface="Times New Roman" panose="02020603050405020304" pitchFamily="18" charset="0"/>
                <a:cs typeface="Times New Roman" panose="02020603050405020304" pitchFamily="18" charset="0"/>
              </a:rPr>
              <a:t> </a:t>
            </a:r>
            <a:r>
              <a:rPr lang="en-US" altLang="en-US" dirty="0" err="1">
                <a:latin typeface="Times New Roman" panose="02020603050405020304" pitchFamily="18" charset="0"/>
                <a:cs typeface="Times New Roman" panose="02020603050405020304" pitchFamily="18" charset="0"/>
              </a:rPr>
              <a:t>quanh</a:t>
            </a:r>
            <a:r>
              <a:rPr lang="en-US" altLang="en-US" dirty="0">
                <a:latin typeface="Times New Roman" panose="02020603050405020304" pitchFamily="18" charset="0"/>
                <a:cs typeface="Times New Roman" panose="02020603050405020304" pitchFamily="18" charset="0"/>
              </a:rPr>
              <a:t> </a:t>
            </a:r>
            <a:r>
              <a:rPr lang="en-US" altLang="en-US" dirty="0" err="1">
                <a:latin typeface="Times New Roman" panose="02020603050405020304" pitchFamily="18" charset="0"/>
                <a:cs typeface="Times New Roman" panose="02020603050405020304" pitchFamily="18" charset="0"/>
              </a:rPr>
              <a:t>để</a:t>
            </a:r>
            <a:r>
              <a:rPr lang="en-US" altLang="en-US" dirty="0">
                <a:latin typeface="Times New Roman" panose="02020603050405020304" pitchFamily="18" charset="0"/>
                <a:cs typeface="Times New Roman" panose="02020603050405020304" pitchFamily="18" charset="0"/>
              </a:rPr>
              <a:t> </a:t>
            </a:r>
            <a:r>
              <a:rPr lang="en-US" altLang="en-US" dirty="0" err="1">
                <a:latin typeface="Times New Roman" panose="02020603050405020304" pitchFamily="18" charset="0"/>
                <a:cs typeface="Times New Roman" panose="02020603050405020304" pitchFamily="18" charset="0"/>
              </a:rPr>
              <a:t>hỗ</a:t>
            </a:r>
            <a:r>
              <a:rPr lang="en-US" altLang="en-US" dirty="0">
                <a:latin typeface="Times New Roman" panose="02020603050405020304" pitchFamily="18" charset="0"/>
                <a:cs typeface="Times New Roman" panose="02020603050405020304" pitchFamily="18" charset="0"/>
              </a:rPr>
              <a:t> </a:t>
            </a:r>
            <a:r>
              <a:rPr lang="en-US" altLang="en-US" dirty="0" err="1">
                <a:latin typeface="Times New Roman" panose="02020603050405020304" pitchFamily="18" charset="0"/>
                <a:cs typeface="Times New Roman" panose="02020603050405020304" pitchFamily="18" charset="0"/>
              </a:rPr>
              <a:t>trợ</a:t>
            </a:r>
            <a:r>
              <a:rPr lang="en-US" altLang="en-US" dirty="0">
                <a:latin typeface="Times New Roman" panose="02020603050405020304" pitchFamily="18" charset="0"/>
                <a:cs typeface="Times New Roman" panose="02020603050405020304" pitchFamily="18" charset="0"/>
              </a:rPr>
              <a:t> </a:t>
            </a:r>
            <a:r>
              <a:rPr lang="en-US" altLang="en-US" dirty="0" err="1">
                <a:latin typeface="Times New Roman" panose="02020603050405020304" pitchFamily="18" charset="0"/>
                <a:cs typeface="Times New Roman" panose="02020603050405020304" pitchFamily="18" charset="0"/>
              </a:rPr>
              <a:t>quyết</a:t>
            </a:r>
            <a:r>
              <a:rPr lang="en-US" altLang="en-US" dirty="0">
                <a:latin typeface="Times New Roman" panose="02020603050405020304" pitchFamily="18" charset="0"/>
                <a:cs typeface="Times New Roman" panose="02020603050405020304" pitchFamily="18" charset="0"/>
              </a:rPr>
              <a:t> </a:t>
            </a:r>
            <a:r>
              <a:rPr lang="en-US" altLang="en-US" dirty="0" err="1">
                <a:latin typeface="Times New Roman" panose="02020603050405020304" pitchFamily="18" charset="0"/>
                <a:cs typeface="Times New Roman" panose="02020603050405020304" pitchFamily="18" charset="0"/>
              </a:rPr>
              <a:t>định</a:t>
            </a:r>
            <a:r>
              <a:rPr lang="en-US" altLang="en-US" dirty="0">
                <a:latin typeface="Times New Roman" panose="02020603050405020304" pitchFamily="18" charset="0"/>
                <a:cs typeface="Times New Roman" panose="02020603050405020304" pitchFamily="18" charset="0"/>
              </a:rPr>
              <a:t> </a:t>
            </a:r>
            <a:r>
              <a:rPr lang="en-US" altLang="en-US" dirty="0" err="1">
                <a:latin typeface="Times New Roman" panose="02020603050405020304" pitchFamily="18" charset="0"/>
                <a:cs typeface="Times New Roman" panose="02020603050405020304" pitchFamily="18" charset="0"/>
              </a:rPr>
              <a:t>điều</a:t>
            </a:r>
            <a:r>
              <a:rPr lang="en-US" altLang="en-US" dirty="0">
                <a:latin typeface="Times New Roman" panose="02020603050405020304" pitchFamily="18" charset="0"/>
                <a:cs typeface="Times New Roman" panose="02020603050405020304" pitchFamily="18" charset="0"/>
              </a:rPr>
              <a:t> </a:t>
            </a:r>
            <a:r>
              <a:rPr lang="en-US" altLang="en-US" dirty="0" err="1">
                <a:latin typeface="Times New Roman" panose="02020603050405020304" pitchFamily="18" charset="0"/>
                <a:cs typeface="Times New Roman" panose="02020603050405020304" pitchFamily="18" charset="0"/>
              </a:rPr>
              <a:t>hướng</a:t>
            </a:r>
            <a:r>
              <a:rPr lang="en-US" altLang="en-US" dirty="0">
                <a:latin typeface="Times New Roman" panose="02020603050405020304" pitchFamily="18" charset="0"/>
                <a:cs typeface="Times New Roman" panose="02020603050405020304" pitchFamily="18" charset="0"/>
              </a:rPr>
              <a:t>.</a:t>
            </a:r>
          </a:p>
          <a:p>
            <a:pPr algn="just"/>
            <a:endParaRPr lang="en-US" altLang="en-US" dirty="0">
              <a:latin typeface="Times New Roman" panose="02020603050405020304" pitchFamily="18" charset="0"/>
              <a:cs typeface="Times New Roman" panose="02020603050405020304" pitchFamily="18" charset="0"/>
            </a:endParaRPr>
          </a:p>
        </p:txBody>
      </p:sp>
    </p:spTree>
  </p:cSld>
  <p:clrMapOvr>
    <a:masterClrMapping/>
  </p:clrMapOvr>
  <mc:AlternateContent xmlns:mc="http://schemas.openxmlformats.org/markup-compatibility/2006" xmlns:p14="http://schemas.microsoft.com/office/powerpoint/2010/main">
    <mc:Choice Requires="p14">
      <p:transition spd="slow" p14:dur="800">
        <p:circle/>
      </p:transition>
    </mc:Choice>
    <mc:Fallback xmlns="">
      <p:transition spd="slow">
        <p:circle/>
      </p:transition>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B47A6B10-3B99-2C31-AB37-7C373B56A114}"/>
              </a:ext>
            </a:extLst>
          </p:cNvPr>
          <p:cNvPicPr>
            <a:picLocks noChangeAspect="1"/>
          </p:cNvPicPr>
          <p:nvPr/>
        </p:nvPicPr>
        <p:blipFill>
          <a:blip r:embed="rId2"/>
          <a:stretch>
            <a:fillRect/>
          </a:stretch>
        </p:blipFill>
        <p:spPr>
          <a:xfrm>
            <a:off x="10318528" y="7542991"/>
            <a:ext cx="4311872" cy="615982"/>
          </a:xfrm>
          <a:prstGeom prst="rect">
            <a:avLst/>
          </a:prstGeom>
        </p:spPr>
      </p:pic>
      <p:graphicFrame>
        <p:nvGraphicFramePr>
          <p:cNvPr id="57" name="Table 56"/>
          <p:cNvGraphicFramePr>
            <a:graphicFrameLocks noGrp="1"/>
          </p:cNvGraphicFramePr>
          <p:nvPr>
            <p:extLst>
              <p:ext uri="{D42A27DB-BD31-4B8C-83A1-F6EECF244321}">
                <p14:modId xmlns:p14="http://schemas.microsoft.com/office/powerpoint/2010/main" val="3707764711"/>
              </p:ext>
            </p:extLst>
          </p:nvPr>
        </p:nvGraphicFramePr>
        <p:xfrm>
          <a:off x="7198" y="0"/>
          <a:ext cx="14630400" cy="1173417"/>
        </p:xfrm>
        <a:graphic>
          <a:graphicData uri="http://schemas.openxmlformats.org/drawingml/2006/table">
            <a:tbl>
              <a:tblPr firstRow="1" bandRow="1">
                <a:tableStyleId>{FABFCF23-3B69-468F-B69F-88F6DE6A72F2}</a:tableStyleId>
              </a:tblPr>
              <a:tblGrid>
                <a:gridCol w="14630400">
                  <a:extLst>
                    <a:ext uri="{9D8B030D-6E8A-4147-A177-3AD203B41FA5}">
                      <a16:colId xmlns:a16="http://schemas.microsoft.com/office/drawing/2014/main" val="20000"/>
                    </a:ext>
                  </a:extLst>
                </a:gridCol>
              </a:tblGrid>
              <a:tr h="1099698">
                <a:tc>
                  <a:txBody>
                    <a:bodyPr/>
                    <a:lstStyle/>
                    <a:p>
                      <a:pPr marL="0" indent="0" algn="ctr">
                        <a:lnSpc>
                          <a:spcPts val="2750"/>
                        </a:lnSpc>
                        <a:buNone/>
                      </a:pPr>
                      <a:endParaRPr lang="en-US" altLang="en-US" sz="3600" b="1" i="1" dirty="0">
                        <a:solidFill>
                          <a:schemeClr val="tx1">
                            <a:lumMod val="95000"/>
                            <a:lumOff val="5000"/>
                          </a:schemeClr>
                        </a:solidFill>
                        <a:latin typeface="Arial" panose="020B0604020202020204" pitchFamily="34" charset="0"/>
                        <a:ea typeface="Fraunces Extra Bold" pitchFamily="34" charset="-122"/>
                        <a:cs typeface="Arial" panose="020B0604020202020204" pitchFamily="34" charset="0"/>
                      </a:endParaRPr>
                    </a:p>
                    <a:p>
                      <a:pPr marL="0" indent="0" algn="ctr">
                        <a:lnSpc>
                          <a:spcPts val="2750"/>
                        </a:lnSpc>
                        <a:buNone/>
                      </a:pPr>
                      <a:r>
                        <a:rPr lang="en-US" altLang="en-US" sz="3600" b="1" i="1" dirty="0">
                          <a:solidFill>
                            <a:schemeClr val="tx1">
                              <a:lumMod val="95000"/>
                              <a:lumOff val="5000"/>
                            </a:schemeClr>
                          </a:solidFill>
                          <a:latin typeface="Times New Roman" panose="02020603050405020304" pitchFamily="18" charset="0"/>
                          <a:ea typeface="Fraunces Extra Bold" pitchFamily="34" charset="-122"/>
                          <a:cs typeface="Times New Roman" panose="02020603050405020304" pitchFamily="18" charset="0"/>
                        </a:rPr>
                        <a:t>Các mô hình đã khảo sát &amp; Lựa chọn thử nghiệm</a:t>
                      </a:r>
                    </a:p>
                    <a:p>
                      <a:pPr marL="0" indent="0" algn="ctr">
                        <a:lnSpc>
                          <a:spcPts val="2750"/>
                        </a:lnSpc>
                        <a:buNone/>
                      </a:pPr>
                      <a:endParaRPr lang="en-US" altLang="en-US" sz="3600" b="1" i="1" dirty="0">
                        <a:solidFill>
                          <a:schemeClr val="tx1">
                            <a:lumMod val="95000"/>
                            <a:lumOff val="5000"/>
                          </a:schemeClr>
                        </a:solidFill>
                        <a:latin typeface="Arial" panose="020B0604020202020204" pitchFamily="34" charset="0"/>
                        <a:ea typeface="Fraunces Extra Bold" pitchFamily="34" charset="-122"/>
                        <a:cs typeface="Arial" panose="020B0604020202020204" pitchFamily="34" charset="0"/>
                      </a:endParaRPr>
                    </a:p>
                  </a:txBody>
                  <a:tcPr/>
                </a:tc>
                <a:extLst>
                  <a:ext uri="{0D108BD9-81ED-4DB2-BD59-A6C34878D82A}">
                    <a16:rowId xmlns:a16="http://schemas.microsoft.com/office/drawing/2014/main" val="10000"/>
                  </a:ext>
                </a:extLst>
              </a:tr>
            </a:tbl>
          </a:graphicData>
        </a:graphic>
      </p:graphicFrame>
      <p:pic>
        <p:nvPicPr>
          <p:cNvPr id="9" name="Image 1" descr="preencoded.png"/>
          <p:cNvPicPr>
            <a:picLocks noChangeAspect="1"/>
          </p:cNvPicPr>
          <p:nvPr/>
        </p:nvPicPr>
        <p:blipFill>
          <a:blip r:embed="rId3"/>
          <a:stretch>
            <a:fillRect/>
          </a:stretch>
        </p:blipFill>
        <p:spPr>
          <a:xfrm>
            <a:off x="2146582" y="1099698"/>
            <a:ext cx="483870" cy="568960"/>
          </a:xfrm>
          <a:prstGeom prst="rect">
            <a:avLst/>
          </a:prstGeom>
        </p:spPr>
      </p:pic>
      <p:sp>
        <p:nvSpPr>
          <p:cNvPr id="6" name="Text Box 5"/>
          <p:cNvSpPr txBox="1"/>
          <p:nvPr/>
        </p:nvSpPr>
        <p:spPr>
          <a:xfrm>
            <a:off x="577850" y="1345516"/>
            <a:ext cx="13340715" cy="1130300"/>
          </a:xfrm>
          <a:prstGeom prst="rect">
            <a:avLst/>
          </a:prstGeom>
          <a:noFill/>
        </p:spPr>
        <p:txBody>
          <a:bodyPr wrap="square" rtlCol="0" anchor="t">
            <a:noAutofit/>
          </a:bodyPr>
          <a:lstStyle/>
          <a:p>
            <a:pPr algn="just">
              <a:lnSpc>
                <a:spcPts val="2900"/>
              </a:lnSpc>
            </a:pPr>
            <a:r>
              <a:rPr lang="en-US" altLang="en-US" sz="2350" b="1" dirty="0" err="1">
                <a:latin typeface="Times New Roman" panose="02020603050405020304" pitchFamily="18" charset="0"/>
                <a:cs typeface="Times New Roman" panose="02020603050405020304" pitchFamily="18" charset="0"/>
                <a:sym typeface="+mn-ea"/>
              </a:rPr>
              <a:t>Nhóm</a:t>
            </a:r>
            <a:r>
              <a:rPr lang="en-US" altLang="en-US" sz="2350" b="1" dirty="0">
                <a:latin typeface="Times New Roman" panose="02020603050405020304" pitchFamily="18" charset="0"/>
                <a:cs typeface="Times New Roman" panose="02020603050405020304" pitchFamily="18" charset="0"/>
                <a:sym typeface="+mn-ea"/>
              </a:rPr>
              <a:t> đã xem xét các mô hình sau: TriLiteNet, TwinLiteNet / TwinLiteNet+, YOLOP và các phương pháp truyền thống cho Lane Detection (Canny + Hough). Sau đánh giá về độ thích hợp, khả năng thực thi trên các thiết bị nhúng, nhóm em đã chọn thử nghiệm: TriLiteNet Tiny.</a:t>
            </a:r>
          </a:p>
        </p:txBody>
      </p:sp>
      <p:sp>
        <p:nvSpPr>
          <p:cNvPr id="12" name="Shape 2"/>
          <p:cNvSpPr/>
          <p:nvPr/>
        </p:nvSpPr>
        <p:spPr>
          <a:xfrm>
            <a:off x="868680" y="2809421"/>
            <a:ext cx="5865495" cy="1840230"/>
          </a:xfrm>
          <a:prstGeom prst="roundRect">
            <a:avLst>
              <a:gd name="adj" fmla="val 16978"/>
            </a:avLst>
          </a:prstGeom>
          <a:solidFill>
            <a:srgbClr val="F3F3FF"/>
          </a:solidFill>
          <a:ln w="12700">
            <a:solidFill>
              <a:srgbClr val="2D4DF2"/>
            </a:solidFill>
            <a:prstDash val="solid"/>
          </a:ln>
        </p:spPr>
      </p:sp>
      <p:sp>
        <p:nvSpPr>
          <p:cNvPr id="13" name="Text 3"/>
          <p:cNvSpPr/>
          <p:nvPr/>
        </p:nvSpPr>
        <p:spPr>
          <a:xfrm>
            <a:off x="1183005" y="2980871"/>
            <a:ext cx="5551170" cy="305435"/>
          </a:xfrm>
          <a:prstGeom prst="rect">
            <a:avLst/>
          </a:prstGeom>
          <a:noFill/>
        </p:spPr>
        <p:txBody>
          <a:bodyPr wrap="none" lIns="0" tIns="0" rIns="0" bIns="0" rtlCol="0" anchor="t"/>
          <a:lstStyle/>
          <a:p>
            <a:pPr marL="0" indent="0" algn="l">
              <a:lnSpc>
                <a:spcPct val="104000"/>
              </a:lnSpc>
              <a:buNone/>
            </a:pPr>
            <a:r>
              <a:rPr lang="en-US" b="1" dirty="0">
                <a:solidFill>
                  <a:srgbClr val="00002E"/>
                </a:solidFill>
                <a:latin typeface="Times New Roman" panose="02020603050405020304" pitchFamily="18" charset="0"/>
                <a:ea typeface="Nunito SemiBold" pitchFamily="34" charset="-122"/>
                <a:cs typeface="Times New Roman" panose="02020603050405020304" pitchFamily="18" charset="0"/>
              </a:rPr>
              <a:t>Lý do chọn TriLiteNet Tiny</a:t>
            </a:r>
          </a:p>
        </p:txBody>
      </p:sp>
      <p:sp>
        <p:nvSpPr>
          <p:cNvPr id="14" name="Text 4"/>
          <p:cNvSpPr/>
          <p:nvPr/>
        </p:nvSpPr>
        <p:spPr>
          <a:xfrm>
            <a:off x="1012190" y="3220266"/>
            <a:ext cx="5551170" cy="982980"/>
          </a:xfrm>
          <a:prstGeom prst="rect">
            <a:avLst/>
          </a:prstGeom>
          <a:noFill/>
        </p:spPr>
        <p:txBody>
          <a:bodyPr wrap="square" lIns="0" tIns="52363" rIns="0" bIns="0" rtlCol="0" anchor="t">
            <a:noAutofit/>
          </a:bodyPr>
          <a:lstStyle/>
          <a:p>
            <a:pPr marL="203200" indent="-203200" algn="just">
              <a:lnSpc>
                <a:spcPct val="117000"/>
              </a:lnSpc>
              <a:buSzPct val="100000"/>
              <a:buChar char="•"/>
            </a:pPr>
            <a:r>
              <a:rPr lang="en-US" dirty="0">
                <a:solidFill>
                  <a:srgbClr val="00002E"/>
                </a:solidFill>
                <a:latin typeface="Times New Roman" panose="02020603050405020304" pitchFamily="18" charset="0"/>
                <a:ea typeface="PT Sans" panose="020B0503020203020204" pitchFamily="34" charset="-122"/>
                <a:cs typeface="Times New Roman" panose="02020603050405020304" pitchFamily="18" charset="0"/>
              </a:rPr>
              <a:t>Mô hình lightweight, phù hợp với hệ thống nhúng giới hạn tài nguyên.</a:t>
            </a:r>
            <a:endParaRPr lang="en-US" dirty="0">
              <a:latin typeface="Times New Roman" panose="02020603050405020304" pitchFamily="18" charset="0"/>
              <a:cs typeface="Times New Roman" panose="02020603050405020304" pitchFamily="18" charset="0"/>
            </a:endParaRPr>
          </a:p>
          <a:p>
            <a:pPr marL="203200" indent="-203200" algn="just">
              <a:lnSpc>
                <a:spcPct val="117000"/>
              </a:lnSpc>
              <a:buSzPct val="100000"/>
              <a:buChar char="•"/>
            </a:pPr>
            <a:r>
              <a:rPr lang="en-US" dirty="0">
                <a:solidFill>
                  <a:srgbClr val="00002E"/>
                </a:solidFill>
                <a:latin typeface="Times New Roman" panose="02020603050405020304" pitchFamily="18" charset="0"/>
                <a:ea typeface="PT Sans" panose="020B0503020203020204" pitchFamily="34" charset="-122"/>
                <a:cs typeface="Times New Roman" panose="02020603050405020304" pitchFamily="18" charset="0"/>
              </a:rPr>
              <a:t>Chạy ổn định ba nhiệm vụ: lane segmentation, drivable area, và vehicle detection.</a:t>
            </a:r>
          </a:p>
        </p:txBody>
      </p:sp>
      <p:sp>
        <p:nvSpPr>
          <p:cNvPr id="15" name="Shape 5"/>
          <p:cNvSpPr/>
          <p:nvPr/>
        </p:nvSpPr>
        <p:spPr>
          <a:xfrm>
            <a:off x="8298025" y="2809421"/>
            <a:ext cx="5582285" cy="1860550"/>
          </a:xfrm>
          <a:prstGeom prst="roundRect">
            <a:avLst>
              <a:gd name="adj" fmla="val 16978"/>
            </a:avLst>
          </a:prstGeom>
          <a:solidFill>
            <a:srgbClr val="F3F3FF"/>
          </a:solidFill>
          <a:ln w="12700">
            <a:solidFill>
              <a:srgbClr val="018CE1"/>
            </a:solidFill>
            <a:prstDash val="solid"/>
          </a:ln>
        </p:spPr>
      </p:sp>
      <p:sp>
        <p:nvSpPr>
          <p:cNvPr id="16" name="Text 6"/>
          <p:cNvSpPr/>
          <p:nvPr/>
        </p:nvSpPr>
        <p:spPr>
          <a:xfrm>
            <a:off x="8558358" y="2943321"/>
            <a:ext cx="5061617" cy="192484"/>
          </a:xfrm>
          <a:prstGeom prst="rect">
            <a:avLst/>
          </a:prstGeom>
          <a:noFill/>
        </p:spPr>
        <p:txBody>
          <a:bodyPr wrap="none" lIns="0" tIns="0" rIns="0" bIns="0" rtlCol="0" anchor="t"/>
          <a:lstStyle/>
          <a:p>
            <a:pPr marL="0" indent="0" algn="l">
              <a:lnSpc>
                <a:spcPct val="104000"/>
              </a:lnSpc>
              <a:buNone/>
            </a:pPr>
            <a:r>
              <a:rPr lang="en-US" b="1" dirty="0">
                <a:solidFill>
                  <a:srgbClr val="00002E"/>
                </a:solidFill>
                <a:latin typeface="Times New Roman" panose="02020603050405020304" pitchFamily="18" charset="0"/>
                <a:ea typeface="Nunito SemiBold" pitchFamily="34" charset="-122"/>
                <a:cs typeface="Times New Roman" panose="02020603050405020304" pitchFamily="18" charset="0"/>
              </a:rPr>
              <a:t>Hạn chế của phương pháp truyền thống</a:t>
            </a:r>
          </a:p>
        </p:txBody>
      </p:sp>
      <p:sp>
        <p:nvSpPr>
          <p:cNvPr id="20" name="Text 7"/>
          <p:cNvSpPr/>
          <p:nvPr/>
        </p:nvSpPr>
        <p:spPr>
          <a:xfrm>
            <a:off x="8441556" y="3288831"/>
            <a:ext cx="5380355" cy="1411605"/>
          </a:xfrm>
          <a:prstGeom prst="rect">
            <a:avLst/>
          </a:prstGeom>
          <a:noFill/>
        </p:spPr>
        <p:txBody>
          <a:bodyPr wrap="square" lIns="0" tIns="0" rIns="0" bIns="0" rtlCol="0" anchor="t">
            <a:noAutofit/>
          </a:bodyPr>
          <a:lstStyle/>
          <a:p>
            <a:pPr marL="0" indent="0" algn="just">
              <a:lnSpc>
                <a:spcPct val="117000"/>
              </a:lnSpc>
              <a:buNone/>
            </a:pPr>
            <a:r>
              <a:rPr lang="en-US" dirty="0">
                <a:solidFill>
                  <a:srgbClr val="00002E"/>
                </a:solidFill>
                <a:latin typeface="Times New Roman" panose="02020603050405020304" pitchFamily="18" charset="0"/>
                <a:ea typeface="PT Sans" panose="020B0503020203020204" pitchFamily="34" charset="-122"/>
                <a:cs typeface="Times New Roman" panose="02020603050405020304" pitchFamily="18" charset="0"/>
              </a:rPr>
              <a:t>Các thuật toán như Canny + Hough phụ thuộc nhiều vào vạch kẻ đường — kém hiệu quả trên đường thiếu vạch, vạch mờ, hoặc vạch đứt đoạn, rất phổ biến ở nhiều tuyến đường tại Việt Nam.</a:t>
            </a:r>
          </a:p>
        </p:txBody>
      </p:sp>
      <p:sp>
        <p:nvSpPr>
          <p:cNvPr id="21" name="Shape 8"/>
          <p:cNvSpPr/>
          <p:nvPr/>
        </p:nvSpPr>
        <p:spPr>
          <a:xfrm flipV="1">
            <a:off x="868680" y="4822997"/>
            <a:ext cx="13049885" cy="76200"/>
          </a:xfrm>
          <a:prstGeom prst="roundRect">
            <a:avLst>
              <a:gd name="adj" fmla="val 49999"/>
            </a:avLst>
          </a:prstGeom>
          <a:solidFill>
            <a:srgbClr val="00002E">
              <a:alpha val="50000"/>
            </a:srgbClr>
          </a:solidFill>
        </p:spPr>
        <p:txBody>
          <a:bodyPr/>
          <a:lstStyle/>
          <a:p>
            <a:endParaRPr lang="en-US"/>
          </a:p>
        </p:txBody>
      </p:sp>
      <p:pic>
        <p:nvPicPr>
          <p:cNvPr id="23" name="Picture 22" descr="713aa901-c33c-4c88-a514-84b048ab313a"/>
          <p:cNvPicPr>
            <a:picLocks noChangeAspect="1"/>
          </p:cNvPicPr>
          <p:nvPr/>
        </p:nvPicPr>
        <p:blipFill>
          <a:blip r:embed="rId4"/>
          <a:srcRect t="9812" b="10906"/>
          <a:stretch>
            <a:fillRect/>
          </a:stretch>
        </p:blipFill>
        <p:spPr>
          <a:xfrm>
            <a:off x="1550669" y="4962032"/>
            <a:ext cx="4501515" cy="2974882"/>
          </a:xfrm>
          <a:prstGeom prst="rect">
            <a:avLst/>
          </a:prstGeom>
        </p:spPr>
      </p:pic>
      <p:pic>
        <p:nvPicPr>
          <p:cNvPr id="24" name="Picture 23" descr="06748894-bf5b-4f60-92d5-aec8285ec5c3"/>
          <p:cNvPicPr>
            <a:picLocks noChangeAspect="1"/>
          </p:cNvPicPr>
          <p:nvPr/>
        </p:nvPicPr>
        <p:blipFill>
          <a:blip r:embed="rId5"/>
          <a:srcRect t="5325"/>
          <a:stretch>
            <a:fillRect/>
          </a:stretch>
        </p:blipFill>
        <p:spPr>
          <a:xfrm>
            <a:off x="9059808" y="4962032"/>
            <a:ext cx="4143849" cy="3208159"/>
          </a:xfrm>
          <a:prstGeom prst="rect">
            <a:avLst/>
          </a:prstGeom>
        </p:spPr>
      </p:pic>
    </p:spTree>
  </p:cSld>
  <p:clrMapOvr>
    <a:masterClrMapping/>
  </p:clrMapOvr>
  <mc:AlternateContent xmlns:mc="http://schemas.openxmlformats.org/markup-compatibility/2006" xmlns:p14="http://schemas.microsoft.com/office/powerpoint/2010/main">
    <mc:Choice Requires="p14">
      <p:transition spd="slow" p14:dur="800">
        <p:circle/>
      </p:transition>
    </mc:Choice>
    <mc:Fallback xmlns="">
      <p:transition spd="slow">
        <p:circle/>
      </p:transition>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 name="Shape 3">
            <a:extLst>
              <a:ext uri="{FF2B5EF4-FFF2-40B4-BE49-F238E27FC236}">
                <a16:creationId xmlns:a16="http://schemas.microsoft.com/office/drawing/2014/main" id="{E104FC08-4FEE-57A5-A20D-4A2542B763FA}"/>
              </a:ext>
            </a:extLst>
          </p:cNvPr>
          <p:cNvSpPr/>
          <p:nvPr/>
        </p:nvSpPr>
        <p:spPr>
          <a:xfrm>
            <a:off x="7683874" y="5199118"/>
            <a:ext cx="5726897" cy="1943490"/>
          </a:xfrm>
          <a:prstGeom prst="roundRect">
            <a:avLst>
              <a:gd name="adj" fmla="val 6235"/>
            </a:avLst>
          </a:prstGeom>
          <a:solidFill>
            <a:srgbClr val="FFFFFF"/>
          </a:solidFill>
          <a:ln w="22860">
            <a:solidFill>
              <a:srgbClr val="BACFDD"/>
            </a:solidFill>
            <a:prstDash val="solid"/>
          </a:ln>
        </p:spPr>
        <p:txBody>
          <a:bodyPr/>
          <a:lstStyle/>
          <a:p>
            <a:pPr marL="0" indent="0" algn="l">
              <a:lnSpc>
                <a:spcPct val="133000"/>
              </a:lnSpc>
              <a:buNone/>
            </a:pPr>
            <a:endParaRPr lang="en-US"/>
          </a:p>
        </p:txBody>
      </p:sp>
      <p:sp>
        <p:nvSpPr>
          <p:cNvPr id="15" name="Shape 3">
            <a:extLst>
              <a:ext uri="{FF2B5EF4-FFF2-40B4-BE49-F238E27FC236}">
                <a16:creationId xmlns:a16="http://schemas.microsoft.com/office/drawing/2014/main" id="{8C4E3699-87C9-5878-49E9-8D17C8AF6116}"/>
              </a:ext>
            </a:extLst>
          </p:cNvPr>
          <p:cNvSpPr/>
          <p:nvPr/>
        </p:nvSpPr>
        <p:spPr>
          <a:xfrm>
            <a:off x="7654642" y="2670175"/>
            <a:ext cx="5726897" cy="1868862"/>
          </a:xfrm>
          <a:prstGeom prst="roundRect">
            <a:avLst>
              <a:gd name="adj" fmla="val 6235"/>
            </a:avLst>
          </a:prstGeom>
          <a:solidFill>
            <a:srgbClr val="FFFFFF"/>
          </a:solidFill>
          <a:ln w="22860">
            <a:solidFill>
              <a:srgbClr val="BACFDD"/>
            </a:solidFill>
            <a:prstDash val="solid"/>
          </a:ln>
        </p:spPr>
        <p:txBody>
          <a:bodyPr/>
          <a:lstStyle/>
          <a:p>
            <a:pPr marL="0" indent="0" algn="l">
              <a:lnSpc>
                <a:spcPct val="133000"/>
              </a:lnSpc>
              <a:buNone/>
            </a:pPr>
            <a:endParaRPr lang="en-US"/>
          </a:p>
        </p:txBody>
      </p:sp>
      <p:sp>
        <p:nvSpPr>
          <p:cNvPr id="13" name="Shape 3">
            <a:extLst>
              <a:ext uri="{FF2B5EF4-FFF2-40B4-BE49-F238E27FC236}">
                <a16:creationId xmlns:a16="http://schemas.microsoft.com/office/drawing/2014/main" id="{7D778CD8-14D3-AFDE-652D-79FA24742EBA}"/>
              </a:ext>
            </a:extLst>
          </p:cNvPr>
          <p:cNvSpPr/>
          <p:nvPr/>
        </p:nvSpPr>
        <p:spPr>
          <a:xfrm>
            <a:off x="958906" y="5149549"/>
            <a:ext cx="4935394" cy="1943490"/>
          </a:xfrm>
          <a:prstGeom prst="roundRect">
            <a:avLst>
              <a:gd name="adj" fmla="val 6235"/>
            </a:avLst>
          </a:prstGeom>
          <a:solidFill>
            <a:srgbClr val="FFFFFF"/>
          </a:solidFill>
          <a:ln w="22860">
            <a:solidFill>
              <a:srgbClr val="BACFDD"/>
            </a:solidFill>
            <a:prstDash val="solid"/>
          </a:ln>
        </p:spPr>
        <p:txBody>
          <a:bodyPr/>
          <a:lstStyle/>
          <a:p>
            <a:pPr marL="0" indent="0" algn="l">
              <a:lnSpc>
                <a:spcPct val="133000"/>
              </a:lnSpc>
              <a:buNone/>
            </a:pPr>
            <a:endParaRPr lang="en-US"/>
          </a:p>
        </p:txBody>
      </p:sp>
      <p:sp>
        <p:nvSpPr>
          <p:cNvPr id="6" name="Shape 3">
            <a:extLst>
              <a:ext uri="{FF2B5EF4-FFF2-40B4-BE49-F238E27FC236}">
                <a16:creationId xmlns:a16="http://schemas.microsoft.com/office/drawing/2014/main" id="{6585BCC4-F231-BC5D-3BA1-C53727C81678}"/>
              </a:ext>
            </a:extLst>
          </p:cNvPr>
          <p:cNvSpPr/>
          <p:nvPr/>
        </p:nvSpPr>
        <p:spPr>
          <a:xfrm>
            <a:off x="957540" y="2703407"/>
            <a:ext cx="4935394" cy="1846020"/>
          </a:xfrm>
          <a:prstGeom prst="roundRect">
            <a:avLst>
              <a:gd name="adj" fmla="val 6235"/>
            </a:avLst>
          </a:prstGeom>
          <a:solidFill>
            <a:srgbClr val="FFFFFF"/>
          </a:solidFill>
          <a:ln w="22860">
            <a:solidFill>
              <a:srgbClr val="BACFDD"/>
            </a:solidFill>
            <a:prstDash val="solid"/>
          </a:ln>
        </p:spPr>
        <p:txBody>
          <a:bodyPr/>
          <a:lstStyle/>
          <a:p>
            <a:pPr marL="0" indent="0" algn="l">
              <a:lnSpc>
                <a:spcPct val="133000"/>
              </a:lnSpc>
              <a:buNone/>
            </a:pPr>
            <a:endParaRPr lang="en-US"/>
          </a:p>
        </p:txBody>
      </p:sp>
      <p:graphicFrame>
        <p:nvGraphicFramePr>
          <p:cNvPr id="57" name="Table 56"/>
          <p:cNvGraphicFramePr>
            <a:graphicFrameLocks noGrp="1"/>
          </p:cNvGraphicFramePr>
          <p:nvPr>
            <p:extLst>
              <p:ext uri="{D42A27DB-BD31-4B8C-83A1-F6EECF244321}">
                <p14:modId xmlns:p14="http://schemas.microsoft.com/office/powerpoint/2010/main" val="2468393618"/>
              </p:ext>
            </p:extLst>
          </p:nvPr>
        </p:nvGraphicFramePr>
        <p:xfrm>
          <a:off x="7198" y="0"/>
          <a:ext cx="14630400" cy="1173417"/>
        </p:xfrm>
        <a:graphic>
          <a:graphicData uri="http://schemas.openxmlformats.org/drawingml/2006/table">
            <a:tbl>
              <a:tblPr firstRow="1" bandRow="1">
                <a:tableStyleId>{FABFCF23-3B69-468F-B69F-88F6DE6A72F2}</a:tableStyleId>
              </a:tblPr>
              <a:tblGrid>
                <a:gridCol w="14630400">
                  <a:extLst>
                    <a:ext uri="{9D8B030D-6E8A-4147-A177-3AD203B41FA5}">
                      <a16:colId xmlns:a16="http://schemas.microsoft.com/office/drawing/2014/main" val="20000"/>
                    </a:ext>
                  </a:extLst>
                </a:gridCol>
              </a:tblGrid>
              <a:tr h="1099698">
                <a:tc>
                  <a:txBody>
                    <a:bodyPr/>
                    <a:lstStyle/>
                    <a:p>
                      <a:pPr marL="0" indent="0" algn="ctr">
                        <a:lnSpc>
                          <a:spcPts val="2750"/>
                        </a:lnSpc>
                        <a:buNone/>
                      </a:pPr>
                      <a:endParaRPr lang="en-US" altLang="en-US" sz="3600" b="1" i="1" dirty="0">
                        <a:solidFill>
                          <a:schemeClr val="tx1">
                            <a:lumMod val="95000"/>
                            <a:lumOff val="5000"/>
                          </a:schemeClr>
                        </a:solidFill>
                        <a:latin typeface="Arial" panose="020B0604020202020204" pitchFamily="34" charset="0"/>
                        <a:ea typeface="Fraunces Extra Bold" pitchFamily="34" charset="-122"/>
                        <a:cs typeface="Arial" panose="020B0604020202020204" pitchFamily="34" charset="0"/>
                      </a:endParaRPr>
                    </a:p>
                    <a:p>
                      <a:pPr marL="0" indent="0" algn="ctr">
                        <a:lnSpc>
                          <a:spcPts val="2750"/>
                        </a:lnSpc>
                        <a:buNone/>
                      </a:pPr>
                      <a:r>
                        <a:rPr lang="en-US" altLang="en-US" sz="3600" b="1" i="1" dirty="0">
                          <a:solidFill>
                            <a:schemeClr val="tx1">
                              <a:lumMod val="95000"/>
                              <a:lumOff val="5000"/>
                            </a:schemeClr>
                          </a:solidFill>
                          <a:latin typeface="Times New Roman" panose="02020603050405020304" pitchFamily="18" charset="0"/>
                          <a:ea typeface="Fraunces Extra Bold" pitchFamily="34" charset="-122"/>
                          <a:cs typeface="Times New Roman" panose="02020603050405020304" pitchFamily="18" charset="0"/>
                        </a:rPr>
                        <a:t>Hướng giải quyết và kế hoạch tuần tới</a:t>
                      </a:r>
                    </a:p>
                    <a:p>
                      <a:pPr marL="0" indent="0" algn="ctr">
                        <a:lnSpc>
                          <a:spcPts val="2750"/>
                        </a:lnSpc>
                        <a:buNone/>
                      </a:pPr>
                      <a:endParaRPr lang="en-US" altLang="en-US" sz="3600" b="1" i="1" dirty="0">
                        <a:solidFill>
                          <a:schemeClr val="tx1">
                            <a:lumMod val="95000"/>
                            <a:lumOff val="5000"/>
                          </a:schemeClr>
                        </a:solidFill>
                        <a:latin typeface="Arial" panose="020B0604020202020204" pitchFamily="34" charset="0"/>
                        <a:ea typeface="Fraunces Extra Bold" pitchFamily="34" charset="-122"/>
                        <a:cs typeface="Arial" panose="020B0604020202020204" pitchFamily="34" charset="0"/>
                      </a:endParaRPr>
                    </a:p>
                  </a:txBody>
                  <a:tcPr/>
                </a:tc>
                <a:extLst>
                  <a:ext uri="{0D108BD9-81ED-4DB2-BD59-A6C34878D82A}">
                    <a16:rowId xmlns:a16="http://schemas.microsoft.com/office/drawing/2014/main" val="10000"/>
                  </a:ext>
                </a:extLst>
              </a:tr>
            </a:tbl>
          </a:graphicData>
        </a:graphic>
      </p:graphicFrame>
      <p:pic>
        <p:nvPicPr>
          <p:cNvPr id="9" name="Image 1" descr="preencoded.png"/>
          <p:cNvPicPr>
            <a:picLocks noChangeAspect="1"/>
          </p:cNvPicPr>
          <p:nvPr/>
        </p:nvPicPr>
        <p:blipFill>
          <a:blip r:embed="rId2"/>
          <a:stretch>
            <a:fillRect/>
          </a:stretch>
        </p:blipFill>
        <p:spPr>
          <a:xfrm>
            <a:off x="2146582" y="1099698"/>
            <a:ext cx="483870" cy="568960"/>
          </a:xfrm>
          <a:prstGeom prst="rect">
            <a:avLst/>
          </a:prstGeom>
        </p:spPr>
      </p:pic>
      <p:sp>
        <p:nvSpPr>
          <p:cNvPr id="2" name="Text 2"/>
          <p:cNvSpPr/>
          <p:nvPr/>
        </p:nvSpPr>
        <p:spPr>
          <a:xfrm>
            <a:off x="4660701" y="5903973"/>
            <a:ext cx="4389120" cy="218182"/>
          </a:xfrm>
          <a:prstGeom prst="rect">
            <a:avLst/>
          </a:prstGeom>
          <a:noFill/>
        </p:spPr>
        <p:txBody>
          <a:bodyPr wrap="none" lIns="0" tIns="0" rIns="0" bIns="0" rtlCol="0" anchor="ctr"/>
          <a:lstStyle/>
          <a:p>
            <a:pPr marL="0" indent="0" algn="just">
              <a:lnSpc>
                <a:spcPct val="100000"/>
              </a:lnSpc>
              <a:buNone/>
            </a:pPr>
            <a:endParaRPr lang="en-US" b="1" dirty="0">
              <a:solidFill>
                <a:srgbClr val="00002E"/>
              </a:solidFill>
              <a:latin typeface="Times New Roman" panose="02020603050405020304" pitchFamily="18" charset="0"/>
              <a:ea typeface="Nunito Light" pitchFamily="34" charset="-122"/>
              <a:cs typeface="Times New Roman" panose="02020603050405020304" pitchFamily="18" charset="0"/>
            </a:endParaRPr>
          </a:p>
        </p:txBody>
      </p:sp>
      <p:sp>
        <p:nvSpPr>
          <p:cNvPr id="5" name="Shape 3"/>
          <p:cNvSpPr/>
          <p:nvPr/>
        </p:nvSpPr>
        <p:spPr>
          <a:xfrm>
            <a:off x="1347270" y="3153717"/>
            <a:ext cx="4389120" cy="19050"/>
          </a:xfrm>
          <a:prstGeom prst="rect">
            <a:avLst/>
          </a:prstGeom>
          <a:solidFill>
            <a:srgbClr val="2D4DF2"/>
          </a:solidFill>
        </p:spPr>
      </p:sp>
      <p:sp>
        <p:nvSpPr>
          <p:cNvPr id="7" name="Text 4"/>
          <p:cNvSpPr/>
          <p:nvPr/>
        </p:nvSpPr>
        <p:spPr>
          <a:xfrm>
            <a:off x="1347270" y="2855085"/>
            <a:ext cx="4389120" cy="256679"/>
          </a:xfrm>
          <a:prstGeom prst="rect">
            <a:avLst/>
          </a:prstGeom>
          <a:noFill/>
        </p:spPr>
        <p:txBody>
          <a:bodyPr wrap="none" lIns="0" tIns="0" rIns="0" bIns="0" rtlCol="0" anchor="t"/>
          <a:lstStyle/>
          <a:p>
            <a:pPr marL="0" indent="0" algn="just">
              <a:lnSpc>
                <a:spcPct val="104000"/>
              </a:lnSpc>
              <a:buNone/>
            </a:pPr>
            <a:r>
              <a:rPr lang="en-US" b="1" dirty="0">
                <a:solidFill>
                  <a:srgbClr val="00002E"/>
                </a:solidFill>
                <a:latin typeface="Times New Roman" panose="02020603050405020304" pitchFamily="18" charset="0"/>
                <a:ea typeface="Nunito SemiBold" pitchFamily="34" charset="-122"/>
                <a:cs typeface="Times New Roman" panose="02020603050405020304" pitchFamily="18" charset="0"/>
              </a:rPr>
              <a:t>1 — Sử dụng Ego-Lane</a:t>
            </a:r>
          </a:p>
        </p:txBody>
      </p:sp>
      <p:sp>
        <p:nvSpPr>
          <p:cNvPr id="8" name="Text 5"/>
          <p:cNvSpPr/>
          <p:nvPr/>
        </p:nvSpPr>
        <p:spPr>
          <a:xfrm>
            <a:off x="1347270" y="3313087"/>
            <a:ext cx="4389120" cy="558403"/>
          </a:xfrm>
          <a:prstGeom prst="rect">
            <a:avLst/>
          </a:prstGeom>
          <a:noFill/>
        </p:spPr>
        <p:txBody>
          <a:bodyPr wrap="square" lIns="0" tIns="0" rIns="0" bIns="0" rtlCol="0" anchor="t">
            <a:noAutofit/>
          </a:bodyPr>
          <a:lstStyle/>
          <a:p>
            <a:pPr marL="0" indent="0" algn="just">
              <a:lnSpc>
                <a:spcPct val="133000"/>
              </a:lnSpc>
              <a:buNone/>
            </a:pPr>
            <a:r>
              <a:rPr lang="en-US" dirty="0">
                <a:solidFill>
                  <a:srgbClr val="00002E"/>
                </a:solidFill>
                <a:latin typeface="Times New Roman" panose="02020603050405020304" pitchFamily="18" charset="0"/>
                <a:ea typeface="PT Sans" panose="020B0503020203020204" pitchFamily="34" charset="-122"/>
                <a:cs typeface="Times New Roman" panose="02020603050405020304" pitchFamily="18" charset="0"/>
              </a:rPr>
              <a:t>Tạo phương pháp trích xuất làn ảo phù hợp với đường không có vạch, kết hợp thông tin hình học và ngữ cảnh môi trường.</a:t>
            </a:r>
          </a:p>
        </p:txBody>
      </p:sp>
      <p:sp>
        <p:nvSpPr>
          <p:cNvPr id="10" name="Text 6"/>
          <p:cNvSpPr/>
          <p:nvPr/>
        </p:nvSpPr>
        <p:spPr>
          <a:xfrm>
            <a:off x="5612250" y="2731204"/>
            <a:ext cx="349043" cy="218182"/>
          </a:xfrm>
          <a:prstGeom prst="rect">
            <a:avLst/>
          </a:prstGeom>
          <a:noFill/>
        </p:spPr>
        <p:txBody>
          <a:bodyPr wrap="none" lIns="0" tIns="0" rIns="0" bIns="0" rtlCol="0" anchor="ctr"/>
          <a:lstStyle/>
          <a:p>
            <a:pPr marL="0" indent="0" algn="just">
              <a:lnSpc>
                <a:spcPct val="100000"/>
              </a:lnSpc>
              <a:buNone/>
            </a:pPr>
            <a:endParaRPr lang="en-US" b="1" dirty="0">
              <a:solidFill>
                <a:srgbClr val="00002E"/>
              </a:solidFill>
              <a:latin typeface="Times New Roman" panose="02020603050405020304" pitchFamily="18" charset="0"/>
              <a:ea typeface="Nunito Light" pitchFamily="34" charset="-122"/>
              <a:cs typeface="Times New Roman" panose="02020603050405020304" pitchFamily="18" charset="0"/>
            </a:endParaRPr>
          </a:p>
        </p:txBody>
      </p:sp>
      <p:sp>
        <p:nvSpPr>
          <p:cNvPr id="11" name="Shape 7"/>
          <p:cNvSpPr/>
          <p:nvPr/>
        </p:nvSpPr>
        <p:spPr>
          <a:xfrm>
            <a:off x="7942383" y="3134667"/>
            <a:ext cx="5310551" cy="19050"/>
          </a:xfrm>
          <a:prstGeom prst="rect">
            <a:avLst/>
          </a:prstGeom>
          <a:solidFill>
            <a:srgbClr val="018CE1"/>
          </a:solidFill>
        </p:spPr>
      </p:sp>
      <p:sp>
        <p:nvSpPr>
          <p:cNvPr id="17" name="Text 8"/>
          <p:cNvSpPr/>
          <p:nvPr/>
        </p:nvSpPr>
        <p:spPr>
          <a:xfrm>
            <a:off x="7942383" y="2780882"/>
            <a:ext cx="5310551" cy="256679"/>
          </a:xfrm>
          <a:prstGeom prst="rect">
            <a:avLst/>
          </a:prstGeom>
          <a:noFill/>
        </p:spPr>
        <p:txBody>
          <a:bodyPr wrap="none" lIns="0" tIns="0" rIns="0" bIns="0" rtlCol="0" anchor="t"/>
          <a:lstStyle/>
          <a:p>
            <a:pPr marL="0" indent="0" algn="just">
              <a:lnSpc>
                <a:spcPct val="104000"/>
              </a:lnSpc>
              <a:buNone/>
            </a:pPr>
            <a:r>
              <a:rPr lang="en-US" b="1" dirty="0">
                <a:solidFill>
                  <a:srgbClr val="00002E"/>
                </a:solidFill>
                <a:latin typeface="Times New Roman" panose="02020603050405020304" pitchFamily="18" charset="0"/>
                <a:ea typeface="Nunito SemiBold" pitchFamily="34" charset="-122"/>
                <a:cs typeface="Times New Roman" panose="02020603050405020304" pitchFamily="18" charset="0"/>
              </a:rPr>
              <a:t>2 — Kiểm tra ổn định trên video</a:t>
            </a:r>
          </a:p>
        </p:txBody>
      </p:sp>
      <p:sp>
        <p:nvSpPr>
          <p:cNvPr id="18" name="Text 9"/>
          <p:cNvSpPr/>
          <p:nvPr/>
        </p:nvSpPr>
        <p:spPr>
          <a:xfrm>
            <a:off x="7942382" y="3257121"/>
            <a:ext cx="5310551" cy="558403"/>
          </a:xfrm>
          <a:prstGeom prst="rect">
            <a:avLst/>
          </a:prstGeom>
          <a:noFill/>
        </p:spPr>
        <p:txBody>
          <a:bodyPr wrap="square" lIns="0" tIns="0" rIns="0" bIns="0" rtlCol="0" anchor="t">
            <a:noAutofit/>
          </a:bodyPr>
          <a:lstStyle/>
          <a:p>
            <a:pPr marL="0" indent="0" algn="just">
              <a:lnSpc>
                <a:spcPct val="133000"/>
              </a:lnSpc>
              <a:buNone/>
            </a:pPr>
            <a:r>
              <a:rPr lang="en-US" dirty="0">
                <a:solidFill>
                  <a:srgbClr val="00002E"/>
                </a:solidFill>
                <a:latin typeface="Times New Roman" panose="02020603050405020304" pitchFamily="18" charset="0"/>
                <a:ea typeface="PT Sans" panose="020B0503020203020204" pitchFamily="34" charset="-122"/>
                <a:cs typeface="Times New Roman" panose="02020603050405020304" pitchFamily="18" charset="0"/>
              </a:rPr>
              <a:t>Chạy thử trên nhiều video thực tế và quay sẵn để đánh giá độ ổn địnhcủa giải pháp trong các điều kiện khác nhau.</a:t>
            </a:r>
          </a:p>
        </p:txBody>
      </p:sp>
      <p:sp>
        <p:nvSpPr>
          <p:cNvPr id="22" name="Shape 11"/>
          <p:cNvSpPr/>
          <p:nvPr/>
        </p:nvSpPr>
        <p:spPr>
          <a:xfrm>
            <a:off x="1347270" y="5671394"/>
            <a:ext cx="4389120" cy="19050"/>
          </a:xfrm>
          <a:prstGeom prst="rect">
            <a:avLst/>
          </a:prstGeom>
          <a:solidFill>
            <a:srgbClr val="DA33BF"/>
          </a:solidFill>
        </p:spPr>
      </p:sp>
      <p:sp>
        <p:nvSpPr>
          <p:cNvPr id="26" name="Text 12"/>
          <p:cNvSpPr/>
          <p:nvPr/>
        </p:nvSpPr>
        <p:spPr>
          <a:xfrm>
            <a:off x="1397651" y="5293767"/>
            <a:ext cx="4389120" cy="256679"/>
          </a:xfrm>
          <a:prstGeom prst="rect">
            <a:avLst/>
          </a:prstGeom>
          <a:noFill/>
        </p:spPr>
        <p:txBody>
          <a:bodyPr wrap="none" lIns="0" tIns="0" rIns="0" bIns="0" rtlCol="0" anchor="t"/>
          <a:lstStyle/>
          <a:p>
            <a:pPr marL="0" indent="0" algn="just">
              <a:lnSpc>
                <a:spcPct val="104000"/>
              </a:lnSpc>
              <a:buNone/>
            </a:pPr>
            <a:r>
              <a:rPr lang="en-US" b="1" dirty="0">
                <a:solidFill>
                  <a:srgbClr val="00002E"/>
                </a:solidFill>
                <a:latin typeface="Times New Roman" panose="02020603050405020304" pitchFamily="18" charset="0"/>
                <a:ea typeface="Nunito SemiBold" pitchFamily="34" charset="-122"/>
                <a:cs typeface="Times New Roman" panose="02020603050405020304" pitchFamily="18" charset="0"/>
              </a:rPr>
              <a:t>3 — Đo lường hiệu năng phần cứng</a:t>
            </a:r>
          </a:p>
        </p:txBody>
      </p:sp>
      <p:sp>
        <p:nvSpPr>
          <p:cNvPr id="27" name="Text 13"/>
          <p:cNvSpPr/>
          <p:nvPr/>
        </p:nvSpPr>
        <p:spPr>
          <a:xfrm>
            <a:off x="1347270" y="5903973"/>
            <a:ext cx="4389120" cy="558403"/>
          </a:xfrm>
          <a:prstGeom prst="rect">
            <a:avLst/>
          </a:prstGeom>
          <a:noFill/>
        </p:spPr>
        <p:txBody>
          <a:bodyPr wrap="square" lIns="0" tIns="0" rIns="0" bIns="0" rtlCol="0" anchor="t">
            <a:noAutofit/>
          </a:bodyPr>
          <a:lstStyle/>
          <a:p>
            <a:pPr marL="0" indent="0" algn="just">
              <a:lnSpc>
                <a:spcPct val="133000"/>
              </a:lnSpc>
              <a:buNone/>
            </a:pPr>
            <a:r>
              <a:rPr lang="en-US" dirty="0">
                <a:solidFill>
                  <a:srgbClr val="00002E"/>
                </a:solidFill>
                <a:latin typeface="Times New Roman" panose="02020603050405020304" pitchFamily="18" charset="0"/>
                <a:ea typeface="PT Sans" panose="020B0503020203020204" pitchFamily="34" charset="-122"/>
                <a:cs typeface="Times New Roman" panose="02020603050405020304" pitchFamily="18" charset="0"/>
              </a:rPr>
              <a:t>Đo FPS, latency, sử dụng RAM và nhiệt độ trong thử nghiệm để đánh giá khả năng vận hành liên tục</a:t>
            </a:r>
          </a:p>
        </p:txBody>
      </p:sp>
      <p:sp>
        <p:nvSpPr>
          <p:cNvPr id="29" name="Shape 15"/>
          <p:cNvSpPr/>
          <p:nvPr/>
        </p:nvSpPr>
        <p:spPr>
          <a:xfrm>
            <a:off x="7942383" y="5652344"/>
            <a:ext cx="5310551" cy="19050"/>
          </a:xfrm>
          <a:prstGeom prst="rect">
            <a:avLst/>
          </a:prstGeom>
          <a:solidFill>
            <a:srgbClr val="2D4DF2"/>
          </a:solidFill>
        </p:spPr>
      </p:sp>
      <p:sp>
        <p:nvSpPr>
          <p:cNvPr id="30" name="Text 16"/>
          <p:cNvSpPr/>
          <p:nvPr/>
        </p:nvSpPr>
        <p:spPr>
          <a:xfrm>
            <a:off x="7942383" y="5283331"/>
            <a:ext cx="5310551" cy="256679"/>
          </a:xfrm>
          <a:prstGeom prst="rect">
            <a:avLst/>
          </a:prstGeom>
          <a:noFill/>
        </p:spPr>
        <p:txBody>
          <a:bodyPr wrap="none" lIns="0" tIns="0" rIns="0" bIns="0" rtlCol="0" anchor="t"/>
          <a:lstStyle/>
          <a:p>
            <a:pPr marL="0" indent="0" algn="just">
              <a:lnSpc>
                <a:spcPct val="104000"/>
              </a:lnSpc>
              <a:buNone/>
            </a:pPr>
            <a:r>
              <a:rPr lang="en-US" b="1" dirty="0">
                <a:solidFill>
                  <a:srgbClr val="00002E"/>
                </a:solidFill>
                <a:latin typeface="Times New Roman" panose="02020603050405020304" pitchFamily="18" charset="0"/>
                <a:ea typeface="Nunito SemiBold" pitchFamily="34" charset="-122"/>
                <a:cs typeface="Times New Roman" panose="02020603050405020304" pitchFamily="18" charset="0"/>
              </a:rPr>
              <a:t>4 — So sánh hai board</a:t>
            </a:r>
          </a:p>
        </p:txBody>
      </p:sp>
      <p:sp>
        <p:nvSpPr>
          <p:cNvPr id="31" name="Text 17"/>
          <p:cNvSpPr/>
          <p:nvPr/>
        </p:nvSpPr>
        <p:spPr>
          <a:xfrm>
            <a:off x="7942383" y="5927715"/>
            <a:ext cx="5310551" cy="558403"/>
          </a:xfrm>
          <a:prstGeom prst="rect">
            <a:avLst/>
          </a:prstGeom>
          <a:noFill/>
        </p:spPr>
        <p:txBody>
          <a:bodyPr wrap="square" lIns="0" tIns="0" rIns="0" bIns="0" rtlCol="0" anchor="t">
            <a:noAutofit/>
          </a:bodyPr>
          <a:lstStyle/>
          <a:p>
            <a:pPr marL="0" indent="0" algn="just">
              <a:lnSpc>
                <a:spcPct val="133000"/>
              </a:lnSpc>
              <a:buNone/>
            </a:pPr>
            <a:r>
              <a:rPr lang="en-US" dirty="0">
                <a:solidFill>
                  <a:srgbClr val="00002E"/>
                </a:solidFill>
                <a:latin typeface="Times New Roman" panose="02020603050405020304" pitchFamily="18" charset="0"/>
                <a:ea typeface="PT Sans" panose="020B0503020203020204" pitchFamily="34" charset="-122"/>
                <a:cs typeface="Times New Roman" panose="02020603050405020304" pitchFamily="18" charset="0"/>
              </a:rPr>
              <a:t>Chạy cùng bộ thử nghiệm trên Pi3B+ (board yếu) và Pi4 (board mạnh) để so sánh độ ổn định và khả năng mở rộng.</a:t>
            </a:r>
          </a:p>
        </p:txBody>
      </p:sp>
      <p:sp>
        <p:nvSpPr>
          <p:cNvPr id="32" name="Rectangle 31"/>
          <p:cNvSpPr/>
          <p:nvPr/>
        </p:nvSpPr>
        <p:spPr>
          <a:xfrm>
            <a:off x="12284710" y="7266940"/>
            <a:ext cx="2352675" cy="923925"/>
          </a:xfrm>
          <a:prstGeom prst="rect">
            <a:avLst/>
          </a:prstGeom>
          <a:noFill/>
        </p:spPr>
        <p:txBody>
          <a:bodyPr wrap="square" lIns="0" tIns="0" rIns="0" bIns="0" rtlCol="0" anchor="t"/>
          <a:lstStyle/>
          <a:p>
            <a:pPr marL="0" indent="0" algn="l">
              <a:lnSpc>
                <a:spcPts val="2900"/>
              </a:lnSpc>
              <a:buNone/>
            </a:pPr>
            <a:endParaRPr lang="en-US" sz="2350" b="1" dirty="0">
              <a:solidFill>
                <a:srgbClr val="384653"/>
              </a:solidFill>
              <a:latin typeface="Barlow Bold" panose="00000800000000000000" pitchFamily="34" charset="0"/>
              <a:ea typeface="Barlow Bold" panose="00000800000000000000" pitchFamily="34" charset="-122"/>
              <a:cs typeface="Barlow Bold" panose="00000800000000000000" pitchFamily="34" charset="-120"/>
            </a:endParaRPr>
          </a:p>
        </p:txBody>
      </p:sp>
      <p:sp>
        <p:nvSpPr>
          <p:cNvPr id="33" name="Flowchart: Process 32"/>
          <p:cNvSpPr/>
          <p:nvPr/>
        </p:nvSpPr>
        <p:spPr>
          <a:xfrm>
            <a:off x="12863830" y="7661275"/>
            <a:ext cx="1773555" cy="529590"/>
          </a:xfrm>
          <a:prstGeom prst="flowChartProcess">
            <a:avLst/>
          </a:prstGeom>
          <a:noFill/>
        </p:spPr>
        <p:txBody>
          <a:bodyPr wrap="square" lIns="0" tIns="0" rIns="0" bIns="0" rtlCol="0" anchor="t"/>
          <a:lstStyle/>
          <a:p>
            <a:pPr marL="0" indent="0" algn="l">
              <a:lnSpc>
                <a:spcPts val="2900"/>
              </a:lnSpc>
              <a:buNone/>
            </a:pPr>
            <a:endParaRPr lang="en-US" sz="2350" b="1" dirty="0">
              <a:solidFill>
                <a:srgbClr val="384653"/>
              </a:solidFill>
              <a:latin typeface="Barlow Bold" panose="00000800000000000000" pitchFamily="34" charset="0"/>
              <a:ea typeface="Barlow Bold" panose="00000800000000000000" pitchFamily="34" charset="-122"/>
              <a:cs typeface="Barlow Bold" panose="00000800000000000000" pitchFamily="34" charset="-120"/>
            </a:endParaRPr>
          </a:p>
        </p:txBody>
      </p:sp>
      <p:pic>
        <p:nvPicPr>
          <p:cNvPr id="21" name="Picture 20">
            <a:extLst>
              <a:ext uri="{FF2B5EF4-FFF2-40B4-BE49-F238E27FC236}">
                <a16:creationId xmlns:a16="http://schemas.microsoft.com/office/drawing/2014/main" id="{0866C5E9-17C9-9D9A-DD4B-60091938C077}"/>
              </a:ext>
            </a:extLst>
          </p:cNvPr>
          <p:cNvPicPr>
            <a:picLocks noChangeAspect="1"/>
          </p:cNvPicPr>
          <p:nvPr/>
        </p:nvPicPr>
        <p:blipFill>
          <a:blip r:embed="rId3"/>
          <a:stretch>
            <a:fillRect/>
          </a:stretch>
        </p:blipFill>
        <p:spPr>
          <a:xfrm>
            <a:off x="10318528" y="7588361"/>
            <a:ext cx="4311872" cy="615982"/>
          </a:xfrm>
          <a:prstGeom prst="rect">
            <a:avLst/>
          </a:prstGeom>
        </p:spPr>
      </p:pic>
      <p:sp>
        <p:nvSpPr>
          <p:cNvPr id="12" name="Text Box 5">
            <a:extLst>
              <a:ext uri="{FF2B5EF4-FFF2-40B4-BE49-F238E27FC236}">
                <a16:creationId xmlns:a16="http://schemas.microsoft.com/office/drawing/2014/main" id="{A1DA57E1-D5E3-000E-B811-A025EA5B4352}"/>
              </a:ext>
            </a:extLst>
          </p:cNvPr>
          <p:cNvSpPr txBox="1"/>
          <p:nvPr/>
        </p:nvSpPr>
        <p:spPr>
          <a:xfrm>
            <a:off x="571777" y="1246331"/>
            <a:ext cx="13340715" cy="1130300"/>
          </a:xfrm>
          <a:prstGeom prst="rect">
            <a:avLst/>
          </a:prstGeom>
          <a:noFill/>
        </p:spPr>
        <p:txBody>
          <a:bodyPr wrap="square" rtlCol="0" anchor="t">
            <a:noAutofit/>
          </a:bodyPr>
          <a:lstStyle/>
          <a:p>
            <a:pPr algn="just">
              <a:lnSpc>
                <a:spcPct val="133000"/>
              </a:lnSpc>
            </a:pPr>
            <a:r>
              <a:rPr lang="en-US" sz="2400" dirty="0" err="1">
                <a:solidFill>
                  <a:srgbClr val="00002E"/>
                </a:solidFill>
                <a:latin typeface="Times New Roman" panose="02020603050405020304" pitchFamily="18" charset="0"/>
                <a:ea typeface="PT Sans" panose="020B0503020203020204" pitchFamily="34" charset="-122"/>
                <a:cs typeface="Times New Roman" panose="02020603050405020304" pitchFamily="18" charset="0"/>
              </a:rPr>
              <a:t>Nhóm</a:t>
            </a:r>
            <a:r>
              <a:rPr lang="en-US" sz="2400" dirty="0">
                <a:solidFill>
                  <a:srgbClr val="00002E"/>
                </a:solidFill>
                <a:latin typeface="Times New Roman" panose="02020603050405020304" pitchFamily="18" charset="0"/>
                <a:ea typeface="PT Sans" panose="020B0503020203020204" pitchFamily="34" charset="-122"/>
                <a:cs typeface="Times New Roman" panose="02020603050405020304" pitchFamily="18" charset="0"/>
              </a:rPr>
              <a:t> </a:t>
            </a:r>
            <a:r>
              <a:rPr lang="en-US" sz="2400" dirty="0" err="1">
                <a:solidFill>
                  <a:srgbClr val="00002E"/>
                </a:solidFill>
                <a:latin typeface="Times New Roman" panose="02020603050405020304" pitchFamily="18" charset="0"/>
                <a:ea typeface="PT Sans" panose="020B0503020203020204" pitchFamily="34" charset="-122"/>
                <a:cs typeface="Times New Roman" panose="02020603050405020304" pitchFamily="18" charset="0"/>
              </a:rPr>
              <a:t>đang</a:t>
            </a:r>
            <a:r>
              <a:rPr lang="en-US" sz="2400" dirty="0">
                <a:solidFill>
                  <a:srgbClr val="00002E"/>
                </a:solidFill>
                <a:latin typeface="Times New Roman" panose="02020603050405020304" pitchFamily="18" charset="0"/>
                <a:ea typeface="PT Sans" panose="020B0503020203020204" pitchFamily="34" charset="-122"/>
                <a:cs typeface="Times New Roman" panose="02020603050405020304" pitchFamily="18" charset="0"/>
              </a:rPr>
              <a:t> </a:t>
            </a:r>
            <a:r>
              <a:rPr lang="en-US" sz="2400" dirty="0" err="1">
                <a:solidFill>
                  <a:srgbClr val="00002E"/>
                </a:solidFill>
                <a:latin typeface="Times New Roman" panose="02020603050405020304" pitchFamily="18" charset="0"/>
                <a:ea typeface="PT Sans" panose="020B0503020203020204" pitchFamily="34" charset="-122"/>
                <a:cs typeface="Times New Roman" panose="02020603050405020304" pitchFamily="18" charset="0"/>
              </a:rPr>
              <a:t>nghiên</a:t>
            </a:r>
            <a:r>
              <a:rPr lang="en-US" sz="2400" dirty="0">
                <a:solidFill>
                  <a:srgbClr val="00002E"/>
                </a:solidFill>
                <a:latin typeface="Times New Roman" panose="02020603050405020304" pitchFamily="18" charset="0"/>
                <a:ea typeface="PT Sans" panose="020B0503020203020204" pitchFamily="34" charset="-122"/>
                <a:cs typeface="Times New Roman" panose="02020603050405020304" pitchFamily="18" charset="0"/>
              </a:rPr>
              <a:t> </a:t>
            </a:r>
            <a:r>
              <a:rPr lang="en-US" sz="2400" dirty="0" err="1">
                <a:solidFill>
                  <a:srgbClr val="00002E"/>
                </a:solidFill>
                <a:latin typeface="Times New Roman" panose="02020603050405020304" pitchFamily="18" charset="0"/>
                <a:ea typeface="PT Sans" panose="020B0503020203020204" pitchFamily="34" charset="-122"/>
                <a:cs typeface="Times New Roman" panose="02020603050405020304" pitchFamily="18" charset="0"/>
              </a:rPr>
              <a:t>cứu</a:t>
            </a:r>
            <a:r>
              <a:rPr lang="en-US" sz="2400" dirty="0">
                <a:solidFill>
                  <a:srgbClr val="00002E"/>
                </a:solidFill>
                <a:latin typeface="Times New Roman" panose="02020603050405020304" pitchFamily="18" charset="0"/>
                <a:ea typeface="PT Sans" panose="020B0503020203020204" pitchFamily="34" charset="-122"/>
                <a:cs typeface="Times New Roman" panose="02020603050405020304" pitchFamily="18" charset="0"/>
              </a:rPr>
              <a:t> </a:t>
            </a:r>
            <a:r>
              <a:rPr lang="en-US" sz="2400" dirty="0" err="1">
                <a:solidFill>
                  <a:srgbClr val="00002E"/>
                </a:solidFill>
                <a:latin typeface="Times New Roman" panose="02020603050405020304" pitchFamily="18" charset="0"/>
                <a:ea typeface="PT Sans" panose="020B0503020203020204" pitchFamily="34" charset="-122"/>
                <a:cs typeface="Times New Roman" panose="02020603050405020304" pitchFamily="18" charset="0"/>
              </a:rPr>
              <a:t>bổ</a:t>
            </a:r>
            <a:r>
              <a:rPr lang="en-US" sz="2400" dirty="0">
                <a:solidFill>
                  <a:srgbClr val="00002E"/>
                </a:solidFill>
                <a:latin typeface="Times New Roman" panose="02020603050405020304" pitchFamily="18" charset="0"/>
                <a:ea typeface="PT Sans" panose="020B0503020203020204" pitchFamily="34" charset="-122"/>
                <a:cs typeface="Times New Roman" panose="02020603050405020304" pitchFamily="18" charset="0"/>
              </a:rPr>
              <a:t> </a:t>
            </a:r>
            <a:r>
              <a:rPr lang="en-US" sz="2400" dirty="0" err="1">
                <a:solidFill>
                  <a:srgbClr val="00002E"/>
                </a:solidFill>
                <a:latin typeface="Times New Roman" panose="02020603050405020304" pitchFamily="18" charset="0"/>
                <a:ea typeface="PT Sans" panose="020B0503020203020204" pitchFamily="34" charset="-122"/>
                <a:cs typeface="Times New Roman" panose="02020603050405020304" pitchFamily="18" charset="0"/>
              </a:rPr>
              <a:t>trợ</a:t>
            </a:r>
            <a:r>
              <a:rPr lang="en-US" sz="2400" dirty="0">
                <a:solidFill>
                  <a:srgbClr val="00002E"/>
                </a:solidFill>
                <a:latin typeface="Times New Roman" panose="02020603050405020304" pitchFamily="18" charset="0"/>
                <a:ea typeface="PT Sans" panose="020B0503020203020204" pitchFamily="34" charset="-122"/>
                <a:cs typeface="Times New Roman" panose="02020603050405020304" pitchFamily="18" charset="0"/>
              </a:rPr>
              <a:t> </a:t>
            </a:r>
            <a:r>
              <a:rPr lang="en-US" sz="2400" dirty="0" err="1">
                <a:solidFill>
                  <a:srgbClr val="00002E"/>
                </a:solidFill>
                <a:latin typeface="Times New Roman" panose="02020603050405020304" pitchFamily="18" charset="0"/>
                <a:ea typeface="PT Sans" panose="020B0503020203020204" pitchFamily="34" charset="-122"/>
                <a:cs typeface="Times New Roman" panose="02020603050405020304" pitchFamily="18" charset="0"/>
              </a:rPr>
              <a:t>bằng</a:t>
            </a:r>
            <a:r>
              <a:rPr lang="en-US" sz="2400" dirty="0">
                <a:solidFill>
                  <a:srgbClr val="00002E"/>
                </a:solidFill>
                <a:latin typeface="Times New Roman" panose="02020603050405020304" pitchFamily="18" charset="0"/>
                <a:ea typeface="PT Sans" panose="020B0503020203020204" pitchFamily="34" charset="-122"/>
                <a:cs typeface="Times New Roman" panose="02020603050405020304" pitchFamily="18" charset="0"/>
              </a:rPr>
              <a:t> </a:t>
            </a:r>
            <a:r>
              <a:rPr lang="en-US" sz="2400" dirty="0" err="1">
                <a:solidFill>
                  <a:srgbClr val="00002E"/>
                </a:solidFill>
                <a:latin typeface="Times New Roman" panose="02020603050405020304" pitchFamily="18" charset="0"/>
                <a:ea typeface="PT Sans" panose="020B0503020203020204" pitchFamily="34" charset="-122"/>
                <a:cs typeface="Times New Roman" panose="02020603050405020304" pitchFamily="18" charset="0"/>
              </a:rPr>
              <a:t>kỹ</a:t>
            </a:r>
            <a:r>
              <a:rPr lang="en-US" sz="2400" dirty="0">
                <a:solidFill>
                  <a:srgbClr val="00002E"/>
                </a:solidFill>
                <a:latin typeface="Times New Roman" panose="02020603050405020304" pitchFamily="18" charset="0"/>
                <a:ea typeface="PT Sans" panose="020B0503020203020204" pitchFamily="34" charset="-122"/>
                <a:cs typeface="Times New Roman" panose="02020603050405020304" pitchFamily="18" charset="0"/>
              </a:rPr>
              <a:t> </a:t>
            </a:r>
            <a:r>
              <a:rPr lang="en-US" sz="2400" dirty="0" err="1">
                <a:solidFill>
                  <a:srgbClr val="00002E"/>
                </a:solidFill>
                <a:latin typeface="Times New Roman" panose="02020603050405020304" pitchFamily="18" charset="0"/>
                <a:ea typeface="PT Sans" panose="020B0503020203020204" pitchFamily="34" charset="-122"/>
                <a:cs typeface="Times New Roman" panose="02020603050405020304" pitchFamily="18" charset="0"/>
              </a:rPr>
              <a:t>thuật</a:t>
            </a:r>
            <a:r>
              <a:rPr lang="en-US" sz="2400" dirty="0">
                <a:solidFill>
                  <a:srgbClr val="00002E"/>
                </a:solidFill>
                <a:latin typeface="Times New Roman" panose="02020603050405020304" pitchFamily="18" charset="0"/>
                <a:ea typeface="PT Sans" panose="020B0503020203020204" pitchFamily="34" charset="-122"/>
                <a:cs typeface="Times New Roman" panose="02020603050405020304" pitchFamily="18" charset="0"/>
              </a:rPr>
              <a:t> </a:t>
            </a:r>
            <a:r>
              <a:rPr lang="en-US" sz="2400" b="1" dirty="0">
                <a:solidFill>
                  <a:srgbClr val="00002E"/>
                </a:solidFill>
                <a:latin typeface="Times New Roman" panose="02020603050405020304" pitchFamily="18" charset="0"/>
                <a:ea typeface="PT Sans Bold" panose="020B0703020203020204" pitchFamily="34" charset="-122"/>
                <a:cs typeface="Times New Roman" panose="02020603050405020304" pitchFamily="18" charset="0"/>
              </a:rPr>
              <a:t>Ego-Lane Extraction</a:t>
            </a:r>
            <a:r>
              <a:rPr lang="en-US" sz="2400" dirty="0">
                <a:solidFill>
                  <a:srgbClr val="00002E"/>
                </a:solidFill>
                <a:latin typeface="Times New Roman" panose="02020603050405020304" pitchFamily="18" charset="0"/>
                <a:ea typeface="PT Sans" panose="020B0503020203020204" pitchFamily="34" charset="-122"/>
                <a:cs typeface="Times New Roman" panose="02020603050405020304" pitchFamily="18" charset="0"/>
              </a:rPr>
              <a:t> </a:t>
            </a:r>
            <a:r>
              <a:rPr lang="en-US" sz="2400" dirty="0" err="1">
                <a:solidFill>
                  <a:srgbClr val="00002E"/>
                </a:solidFill>
                <a:latin typeface="Times New Roman" panose="02020603050405020304" pitchFamily="18" charset="0"/>
                <a:ea typeface="PT Sans" panose="020B0503020203020204" pitchFamily="34" charset="-122"/>
                <a:cs typeface="Times New Roman" panose="02020603050405020304" pitchFamily="18" charset="0"/>
              </a:rPr>
              <a:t>và</a:t>
            </a:r>
            <a:r>
              <a:rPr lang="en-US" sz="2400" dirty="0">
                <a:solidFill>
                  <a:srgbClr val="00002E"/>
                </a:solidFill>
                <a:latin typeface="Times New Roman" panose="02020603050405020304" pitchFamily="18" charset="0"/>
                <a:ea typeface="PT Sans" panose="020B0503020203020204" pitchFamily="34" charset="-122"/>
                <a:cs typeface="Times New Roman" panose="02020603050405020304" pitchFamily="18" charset="0"/>
              </a:rPr>
              <a:t> </a:t>
            </a:r>
            <a:r>
              <a:rPr lang="en-US" sz="2400" dirty="0" err="1">
                <a:solidFill>
                  <a:srgbClr val="00002E"/>
                </a:solidFill>
                <a:latin typeface="Times New Roman" panose="02020603050405020304" pitchFamily="18" charset="0"/>
                <a:ea typeface="PT Sans" panose="020B0503020203020204" pitchFamily="34" charset="-122"/>
                <a:cs typeface="Times New Roman" panose="02020603050405020304" pitchFamily="18" charset="0"/>
              </a:rPr>
              <a:t>dùng</a:t>
            </a:r>
            <a:r>
              <a:rPr lang="en-US" sz="2400" b="1" dirty="0">
                <a:solidFill>
                  <a:srgbClr val="00002E"/>
                </a:solidFill>
                <a:latin typeface="Times New Roman" panose="02020603050405020304" pitchFamily="18" charset="0"/>
                <a:ea typeface="PT Sans Bold" panose="020B0703020203020204" pitchFamily="34" charset="-122"/>
                <a:cs typeface="Times New Roman" panose="02020603050405020304" pitchFamily="18" charset="0"/>
              </a:rPr>
              <a:t> Ego-Lane</a:t>
            </a:r>
            <a:r>
              <a:rPr lang="en-US" sz="2400" dirty="0">
                <a:solidFill>
                  <a:srgbClr val="00002E"/>
                </a:solidFill>
                <a:latin typeface="Times New Roman" panose="02020603050405020304" pitchFamily="18" charset="0"/>
                <a:ea typeface="PT Sans" panose="020B0503020203020204" pitchFamily="34" charset="-122"/>
                <a:cs typeface="Times New Roman" panose="02020603050405020304" pitchFamily="18" charset="0"/>
              </a:rPr>
              <a:t> </a:t>
            </a:r>
            <a:r>
              <a:rPr lang="en-US" sz="2400" dirty="0" err="1">
                <a:solidFill>
                  <a:srgbClr val="00002E"/>
                </a:solidFill>
                <a:latin typeface="Times New Roman" panose="02020603050405020304" pitchFamily="18" charset="0"/>
                <a:ea typeface="PT Sans" panose="020B0503020203020204" pitchFamily="34" charset="-122"/>
                <a:cs typeface="Times New Roman" panose="02020603050405020304" pitchFamily="18" charset="0"/>
              </a:rPr>
              <a:t>để</a:t>
            </a:r>
            <a:r>
              <a:rPr lang="en-US" sz="2400" dirty="0">
                <a:solidFill>
                  <a:srgbClr val="00002E"/>
                </a:solidFill>
                <a:latin typeface="Times New Roman" panose="02020603050405020304" pitchFamily="18" charset="0"/>
                <a:ea typeface="PT Sans" panose="020B0503020203020204" pitchFamily="34" charset="-122"/>
                <a:cs typeface="Times New Roman" panose="02020603050405020304" pitchFamily="18" charset="0"/>
              </a:rPr>
              <a:t> </a:t>
            </a:r>
            <a:r>
              <a:rPr lang="en-US" sz="2400" dirty="0" err="1">
                <a:solidFill>
                  <a:srgbClr val="00002E"/>
                </a:solidFill>
                <a:latin typeface="Times New Roman" panose="02020603050405020304" pitchFamily="18" charset="0"/>
                <a:ea typeface="PT Sans" panose="020B0503020203020204" pitchFamily="34" charset="-122"/>
                <a:cs typeface="Times New Roman" panose="02020603050405020304" pitchFamily="18" charset="0"/>
              </a:rPr>
              <a:t>định</a:t>
            </a:r>
            <a:r>
              <a:rPr lang="en-US" sz="2400" dirty="0">
                <a:solidFill>
                  <a:srgbClr val="00002E"/>
                </a:solidFill>
                <a:latin typeface="Times New Roman" panose="02020603050405020304" pitchFamily="18" charset="0"/>
                <a:ea typeface="PT Sans" panose="020B0503020203020204" pitchFamily="34" charset="-122"/>
                <a:cs typeface="Times New Roman" panose="02020603050405020304" pitchFamily="18" charset="0"/>
              </a:rPr>
              <a:t> </a:t>
            </a:r>
            <a:r>
              <a:rPr lang="en-US" sz="2400" dirty="0" err="1">
                <a:solidFill>
                  <a:srgbClr val="00002E"/>
                </a:solidFill>
                <a:latin typeface="Times New Roman" panose="02020603050405020304" pitchFamily="18" charset="0"/>
                <a:ea typeface="PT Sans" panose="020B0503020203020204" pitchFamily="34" charset="-122"/>
                <a:cs typeface="Times New Roman" panose="02020603050405020304" pitchFamily="18" charset="0"/>
              </a:rPr>
              <a:t>vị</a:t>
            </a:r>
            <a:r>
              <a:rPr lang="en-US" sz="2400" dirty="0">
                <a:solidFill>
                  <a:srgbClr val="00002E"/>
                </a:solidFill>
                <a:latin typeface="Times New Roman" panose="02020603050405020304" pitchFamily="18" charset="0"/>
                <a:ea typeface="PT Sans" panose="020B0503020203020204" pitchFamily="34" charset="-122"/>
                <a:cs typeface="Times New Roman" panose="02020603050405020304" pitchFamily="18" charset="0"/>
              </a:rPr>
              <a:t> </a:t>
            </a:r>
            <a:r>
              <a:rPr lang="en-US" sz="2400" dirty="0" err="1">
                <a:solidFill>
                  <a:srgbClr val="00002E"/>
                </a:solidFill>
                <a:latin typeface="Times New Roman" panose="02020603050405020304" pitchFamily="18" charset="0"/>
                <a:ea typeface="PT Sans" panose="020B0503020203020204" pitchFamily="34" charset="-122"/>
                <a:cs typeface="Times New Roman" panose="02020603050405020304" pitchFamily="18" charset="0"/>
              </a:rPr>
              <a:t>làn</a:t>
            </a:r>
            <a:r>
              <a:rPr lang="en-US" sz="2400" dirty="0">
                <a:solidFill>
                  <a:srgbClr val="00002E"/>
                </a:solidFill>
                <a:latin typeface="Times New Roman" panose="02020603050405020304" pitchFamily="18" charset="0"/>
                <a:ea typeface="PT Sans" panose="020B0503020203020204" pitchFamily="34" charset="-122"/>
                <a:cs typeface="Times New Roman" panose="02020603050405020304" pitchFamily="18" charset="0"/>
              </a:rPr>
              <a:t> </a:t>
            </a:r>
            <a:r>
              <a:rPr lang="en-US" sz="2400" dirty="0" err="1">
                <a:solidFill>
                  <a:srgbClr val="00002E"/>
                </a:solidFill>
                <a:latin typeface="Times New Roman" panose="02020603050405020304" pitchFamily="18" charset="0"/>
                <a:ea typeface="PT Sans" panose="020B0503020203020204" pitchFamily="34" charset="-122"/>
                <a:cs typeface="Times New Roman" panose="02020603050405020304" pitchFamily="18" charset="0"/>
              </a:rPr>
              <a:t>dựa</a:t>
            </a:r>
            <a:r>
              <a:rPr lang="en-US" sz="2400" dirty="0">
                <a:solidFill>
                  <a:srgbClr val="00002E"/>
                </a:solidFill>
                <a:latin typeface="Times New Roman" panose="02020603050405020304" pitchFamily="18" charset="0"/>
                <a:ea typeface="PT Sans" panose="020B0503020203020204" pitchFamily="34" charset="-122"/>
                <a:cs typeface="Times New Roman" panose="02020603050405020304" pitchFamily="18" charset="0"/>
              </a:rPr>
              <a:t> </a:t>
            </a:r>
            <a:r>
              <a:rPr lang="en-US" sz="2400" dirty="0" err="1">
                <a:solidFill>
                  <a:srgbClr val="00002E"/>
                </a:solidFill>
                <a:latin typeface="Times New Roman" panose="02020603050405020304" pitchFamily="18" charset="0"/>
                <a:ea typeface="PT Sans" panose="020B0503020203020204" pitchFamily="34" charset="-122"/>
                <a:cs typeface="Times New Roman" panose="02020603050405020304" pitchFamily="18" charset="0"/>
              </a:rPr>
              <a:t>trên</a:t>
            </a:r>
            <a:r>
              <a:rPr lang="en-US" sz="2400" dirty="0">
                <a:solidFill>
                  <a:srgbClr val="00002E"/>
                </a:solidFill>
                <a:latin typeface="Times New Roman" panose="02020603050405020304" pitchFamily="18" charset="0"/>
                <a:ea typeface="PT Sans" panose="020B0503020203020204" pitchFamily="34" charset="-122"/>
                <a:cs typeface="Times New Roman" panose="02020603050405020304" pitchFamily="18" charset="0"/>
              </a:rPr>
              <a:t> </a:t>
            </a:r>
            <a:r>
              <a:rPr lang="en-US" sz="2400" dirty="0" err="1">
                <a:solidFill>
                  <a:srgbClr val="00002E"/>
                </a:solidFill>
                <a:latin typeface="Times New Roman" panose="02020603050405020304" pitchFamily="18" charset="0"/>
                <a:ea typeface="PT Sans" panose="020B0503020203020204" pitchFamily="34" charset="-122"/>
                <a:cs typeface="Times New Roman" panose="02020603050405020304" pitchFamily="18" charset="0"/>
              </a:rPr>
              <a:t>cấu</a:t>
            </a:r>
            <a:r>
              <a:rPr lang="en-US" sz="2400" dirty="0">
                <a:solidFill>
                  <a:srgbClr val="00002E"/>
                </a:solidFill>
                <a:latin typeface="Times New Roman" panose="02020603050405020304" pitchFamily="18" charset="0"/>
                <a:ea typeface="PT Sans" panose="020B0503020203020204" pitchFamily="34" charset="-122"/>
                <a:cs typeface="Times New Roman" panose="02020603050405020304" pitchFamily="18" charset="0"/>
              </a:rPr>
              <a:t> </a:t>
            </a:r>
            <a:r>
              <a:rPr lang="en-US" sz="2400" dirty="0" err="1">
                <a:solidFill>
                  <a:srgbClr val="00002E"/>
                </a:solidFill>
                <a:latin typeface="Times New Roman" panose="02020603050405020304" pitchFamily="18" charset="0"/>
                <a:ea typeface="PT Sans" panose="020B0503020203020204" pitchFamily="34" charset="-122"/>
                <a:cs typeface="Times New Roman" panose="02020603050405020304" pitchFamily="18" charset="0"/>
              </a:rPr>
              <a:t>trúc</a:t>
            </a:r>
            <a:r>
              <a:rPr lang="en-US" sz="2400" dirty="0">
                <a:solidFill>
                  <a:srgbClr val="00002E"/>
                </a:solidFill>
                <a:latin typeface="Times New Roman" panose="02020603050405020304" pitchFamily="18" charset="0"/>
                <a:ea typeface="PT Sans" panose="020B0503020203020204" pitchFamily="34" charset="-122"/>
                <a:cs typeface="Times New Roman" panose="02020603050405020304" pitchFamily="18" charset="0"/>
              </a:rPr>
              <a:t> </a:t>
            </a:r>
            <a:r>
              <a:rPr lang="en-US" sz="2400" dirty="0" err="1">
                <a:solidFill>
                  <a:srgbClr val="00002E"/>
                </a:solidFill>
                <a:latin typeface="Times New Roman" panose="02020603050405020304" pitchFamily="18" charset="0"/>
                <a:ea typeface="PT Sans" panose="020B0503020203020204" pitchFamily="34" charset="-122"/>
                <a:cs typeface="Times New Roman" panose="02020603050405020304" pitchFamily="18" charset="0"/>
              </a:rPr>
              <a:t>đường</a:t>
            </a:r>
            <a:r>
              <a:rPr lang="en-US" sz="2400" dirty="0">
                <a:solidFill>
                  <a:srgbClr val="00002E"/>
                </a:solidFill>
                <a:latin typeface="Times New Roman" panose="02020603050405020304" pitchFamily="18" charset="0"/>
                <a:ea typeface="PT Sans" panose="020B0503020203020204" pitchFamily="34" charset="-122"/>
                <a:cs typeface="Times New Roman" panose="02020603050405020304" pitchFamily="18" charset="0"/>
              </a:rPr>
              <a:t> </a:t>
            </a:r>
            <a:r>
              <a:rPr lang="en-US" sz="2400" dirty="0" err="1">
                <a:solidFill>
                  <a:srgbClr val="00002E"/>
                </a:solidFill>
                <a:latin typeface="Times New Roman" panose="02020603050405020304" pitchFamily="18" charset="0"/>
                <a:ea typeface="PT Sans" panose="020B0503020203020204" pitchFamily="34" charset="-122"/>
                <a:cs typeface="Times New Roman" panose="02020603050405020304" pitchFamily="18" charset="0"/>
              </a:rPr>
              <a:t>và</a:t>
            </a:r>
            <a:r>
              <a:rPr lang="en-US" sz="2400" dirty="0">
                <a:solidFill>
                  <a:srgbClr val="00002E"/>
                </a:solidFill>
                <a:latin typeface="Times New Roman" panose="02020603050405020304" pitchFamily="18" charset="0"/>
                <a:ea typeface="PT Sans" panose="020B0503020203020204" pitchFamily="34" charset="-122"/>
                <a:cs typeface="Times New Roman" panose="02020603050405020304" pitchFamily="18" charset="0"/>
              </a:rPr>
              <a:t> </a:t>
            </a:r>
            <a:r>
              <a:rPr lang="en-US" sz="2400" dirty="0" err="1">
                <a:solidFill>
                  <a:srgbClr val="00002E"/>
                </a:solidFill>
                <a:latin typeface="Times New Roman" panose="02020603050405020304" pitchFamily="18" charset="0"/>
                <a:ea typeface="PT Sans" panose="020B0503020203020204" pitchFamily="34" charset="-122"/>
                <a:cs typeface="Times New Roman" panose="02020603050405020304" pitchFamily="18" charset="0"/>
              </a:rPr>
              <a:t>bối</a:t>
            </a:r>
            <a:r>
              <a:rPr lang="en-US" sz="2400" dirty="0">
                <a:solidFill>
                  <a:srgbClr val="00002E"/>
                </a:solidFill>
                <a:latin typeface="Times New Roman" panose="02020603050405020304" pitchFamily="18" charset="0"/>
                <a:ea typeface="PT Sans" panose="020B0503020203020204" pitchFamily="34" charset="-122"/>
                <a:cs typeface="Times New Roman" panose="02020603050405020304" pitchFamily="18" charset="0"/>
              </a:rPr>
              <a:t> </a:t>
            </a:r>
            <a:r>
              <a:rPr lang="en-US" sz="2400" dirty="0" err="1">
                <a:solidFill>
                  <a:srgbClr val="00002E"/>
                </a:solidFill>
                <a:latin typeface="Times New Roman" panose="02020603050405020304" pitchFamily="18" charset="0"/>
                <a:ea typeface="PT Sans" panose="020B0503020203020204" pitchFamily="34" charset="-122"/>
                <a:cs typeface="Times New Roman" panose="02020603050405020304" pitchFamily="18" charset="0"/>
              </a:rPr>
              <a:t>cảnh</a:t>
            </a:r>
            <a:r>
              <a:rPr lang="en-US" sz="2400" dirty="0">
                <a:solidFill>
                  <a:srgbClr val="00002E"/>
                </a:solidFill>
                <a:latin typeface="Times New Roman" panose="02020603050405020304" pitchFamily="18" charset="0"/>
                <a:ea typeface="PT Sans" panose="020B0503020203020204" pitchFamily="34" charset="-122"/>
                <a:cs typeface="Times New Roman" panose="02020603050405020304" pitchFamily="18" charset="0"/>
              </a:rPr>
              <a:t> </a:t>
            </a:r>
            <a:r>
              <a:rPr lang="en-US" sz="2400" dirty="0" err="1">
                <a:solidFill>
                  <a:srgbClr val="00002E"/>
                </a:solidFill>
                <a:latin typeface="Times New Roman" panose="02020603050405020304" pitchFamily="18" charset="0"/>
                <a:ea typeface="PT Sans" panose="020B0503020203020204" pitchFamily="34" charset="-122"/>
                <a:cs typeface="Times New Roman" panose="02020603050405020304" pitchFamily="18" charset="0"/>
              </a:rPr>
              <a:t>thay</a:t>
            </a:r>
            <a:r>
              <a:rPr lang="en-US" sz="2400" dirty="0">
                <a:solidFill>
                  <a:srgbClr val="00002E"/>
                </a:solidFill>
                <a:latin typeface="Times New Roman" panose="02020603050405020304" pitchFamily="18" charset="0"/>
                <a:ea typeface="PT Sans" panose="020B0503020203020204" pitchFamily="34" charset="-122"/>
                <a:cs typeface="Times New Roman" panose="02020603050405020304" pitchFamily="18" charset="0"/>
              </a:rPr>
              <a:t> </a:t>
            </a:r>
            <a:r>
              <a:rPr lang="en-US" sz="2400" dirty="0" err="1">
                <a:solidFill>
                  <a:srgbClr val="00002E"/>
                </a:solidFill>
                <a:latin typeface="Times New Roman" panose="02020603050405020304" pitchFamily="18" charset="0"/>
                <a:ea typeface="PT Sans" panose="020B0503020203020204" pitchFamily="34" charset="-122"/>
                <a:cs typeface="Times New Roman" panose="02020603050405020304" pitchFamily="18" charset="0"/>
              </a:rPr>
              <a:t>vì</a:t>
            </a:r>
            <a:r>
              <a:rPr lang="en-US" sz="2400" dirty="0">
                <a:solidFill>
                  <a:srgbClr val="00002E"/>
                </a:solidFill>
                <a:latin typeface="Times New Roman" panose="02020603050405020304" pitchFamily="18" charset="0"/>
                <a:ea typeface="PT Sans" panose="020B0503020203020204" pitchFamily="34" charset="-122"/>
                <a:cs typeface="Times New Roman" panose="02020603050405020304" pitchFamily="18" charset="0"/>
              </a:rPr>
              <a:t> </a:t>
            </a:r>
            <a:r>
              <a:rPr lang="en-US" sz="2400" dirty="0" err="1">
                <a:solidFill>
                  <a:srgbClr val="00002E"/>
                </a:solidFill>
                <a:latin typeface="Times New Roman" panose="02020603050405020304" pitchFamily="18" charset="0"/>
                <a:ea typeface="PT Sans" panose="020B0503020203020204" pitchFamily="34" charset="-122"/>
                <a:cs typeface="Times New Roman" panose="02020603050405020304" pitchFamily="18" charset="0"/>
              </a:rPr>
              <a:t>chỉ</a:t>
            </a:r>
            <a:r>
              <a:rPr lang="en-US" sz="2400" dirty="0">
                <a:solidFill>
                  <a:srgbClr val="00002E"/>
                </a:solidFill>
                <a:latin typeface="Times New Roman" panose="02020603050405020304" pitchFamily="18" charset="0"/>
                <a:ea typeface="PT Sans" panose="020B0503020203020204" pitchFamily="34" charset="-122"/>
                <a:cs typeface="Times New Roman" panose="02020603050405020304" pitchFamily="18" charset="0"/>
              </a:rPr>
              <a:t> </a:t>
            </a:r>
            <a:r>
              <a:rPr lang="en-US" sz="2400" dirty="0" err="1">
                <a:solidFill>
                  <a:srgbClr val="00002E"/>
                </a:solidFill>
                <a:latin typeface="Times New Roman" panose="02020603050405020304" pitchFamily="18" charset="0"/>
                <a:ea typeface="PT Sans" panose="020B0503020203020204" pitchFamily="34" charset="-122"/>
                <a:cs typeface="Times New Roman" panose="02020603050405020304" pitchFamily="18" charset="0"/>
              </a:rPr>
              <a:t>dựa</a:t>
            </a:r>
            <a:r>
              <a:rPr lang="en-US" sz="2400" dirty="0">
                <a:solidFill>
                  <a:srgbClr val="00002E"/>
                </a:solidFill>
                <a:latin typeface="Times New Roman" panose="02020603050405020304" pitchFamily="18" charset="0"/>
                <a:ea typeface="PT Sans" panose="020B0503020203020204" pitchFamily="34" charset="-122"/>
                <a:cs typeface="Times New Roman" panose="02020603050405020304" pitchFamily="18" charset="0"/>
              </a:rPr>
              <a:t> </a:t>
            </a:r>
            <a:r>
              <a:rPr lang="en-US" sz="2400" dirty="0" err="1">
                <a:solidFill>
                  <a:srgbClr val="00002E"/>
                </a:solidFill>
                <a:latin typeface="Times New Roman" panose="02020603050405020304" pitchFamily="18" charset="0"/>
                <a:ea typeface="PT Sans" panose="020B0503020203020204" pitchFamily="34" charset="-122"/>
                <a:cs typeface="Times New Roman" panose="02020603050405020304" pitchFamily="18" charset="0"/>
              </a:rPr>
              <a:t>vào</a:t>
            </a:r>
            <a:r>
              <a:rPr lang="en-US" sz="2400" dirty="0">
                <a:solidFill>
                  <a:srgbClr val="00002E"/>
                </a:solidFill>
                <a:latin typeface="Times New Roman" panose="02020603050405020304" pitchFamily="18" charset="0"/>
                <a:ea typeface="PT Sans" panose="020B0503020203020204" pitchFamily="34" charset="-122"/>
                <a:cs typeface="Times New Roman" panose="02020603050405020304" pitchFamily="18" charset="0"/>
              </a:rPr>
              <a:t> </a:t>
            </a:r>
            <a:r>
              <a:rPr lang="en-US" sz="2400" dirty="0" err="1">
                <a:solidFill>
                  <a:srgbClr val="00002E"/>
                </a:solidFill>
                <a:latin typeface="Times New Roman" panose="02020603050405020304" pitchFamily="18" charset="0"/>
                <a:ea typeface="PT Sans" panose="020B0503020203020204" pitchFamily="34" charset="-122"/>
                <a:cs typeface="Times New Roman" panose="02020603050405020304" pitchFamily="18" charset="0"/>
              </a:rPr>
              <a:t>vạch</a:t>
            </a:r>
            <a:r>
              <a:rPr lang="en-US" sz="2400" dirty="0">
                <a:solidFill>
                  <a:srgbClr val="00002E"/>
                </a:solidFill>
                <a:latin typeface="Times New Roman" panose="02020603050405020304" pitchFamily="18" charset="0"/>
                <a:ea typeface="PT Sans" panose="020B0503020203020204" pitchFamily="34" charset="-122"/>
                <a:cs typeface="Times New Roman" panose="02020603050405020304" pitchFamily="18" charset="0"/>
              </a:rPr>
              <a:t> </a:t>
            </a:r>
            <a:r>
              <a:rPr lang="en-US" sz="2400" dirty="0" err="1">
                <a:solidFill>
                  <a:srgbClr val="00002E"/>
                </a:solidFill>
                <a:latin typeface="Times New Roman" panose="02020603050405020304" pitchFamily="18" charset="0"/>
                <a:ea typeface="PT Sans" panose="020B0503020203020204" pitchFamily="34" charset="-122"/>
                <a:cs typeface="Times New Roman" panose="02020603050405020304" pitchFamily="18" charset="0"/>
              </a:rPr>
              <a:t>kẻ</a:t>
            </a:r>
            <a:r>
              <a:rPr lang="en-US" sz="2400" dirty="0">
                <a:solidFill>
                  <a:srgbClr val="00002E"/>
                </a:solidFill>
                <a:latin typeface="Times New Roman" panose="02020603050405020304" pitchFamily="18" charset="0"/>
                <a:ea typeface="PT Sans" panose="020B0503020203020204" pitchFamily="34" charset="-122"/>
                <a:cs typeface="Times New Roman" panose="02020603050405020304" pitchFamily="18" charset="0"/>
              </a:rPr>
              <a:t>.</a:t>
            </a:r>
          </a:p>
        </p:txBody>
      </p:sp>
    </p:spTree>
  </p:cSld>
  <p:clrMapOvr>
    <a:masterClrMapping/>
  </p:clrMapOvr>
  <mc:AlternateContent xmlns:mc="http://schemas.openxmlformats.org/markup-compatibility/2006" xmlns:p14="http://schemas.microsoft.com/office/powerpoint/2010/main">
    <mc:Choice Requires="p14">
      <p:transition spd="slow" p14:dur="800">
        <p:circle/>
      </p:transition>
    </mc:Choice>
    <mc:Fallback xmlns="">
      <p:transition spd="slow">
        <p:circle/>
      </p:transition>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p:cNvPicPr>
            <a:picLocks noChangeAspect="1"/>
          </p:cNvPicPr>
          <p:nvPr/>
        </p:nvPicPr>
        <p:blipFill>
          <a:blip r:embed="rId2"/>
          <a:stretch>
            <a:fillRect/>
          </a:stretch>
        </p:blipFill>
        <p:spPr>
          <a:xfrm>
            <a:off x="-143934" y="667978"/>
            <a:ext cx="14630400" cy="1813644"/>
          </a:xfrm>
          <a:prstGeom prst="rect">
            <a:avLst/>
          </a:prstGeom>
        </p:spPr>
      </p:pic>
      <p:pic>
        <p:nvPicPr>
          <p:cNvPr id="4" name="Picture 3"/>
          <p:cNvPicPr>
            <a:picLocks noChangeAspect="1"/>
          </p:cNvPicPr>
          <p:nvPr/>
        </p:nvPicPr>
        <p:blipFill>
          <a:blip r:embed="rId3"/>
          <a:stretch>
            <a:fillRect/>
          </a:stretch>
        </p:blipFill>
        <p:spPr>
          <a:xfrm>
            <a:off x="2761498" y="2588835"/>
            <a:ext cx="8819535" cy="4451062"/>
          </a:xfrm>
          <a:prstGeom prst="rect">
            <a:avLst/>
          </a:prstGeom>
        </p:spPr>
      </p:pic>
      <p:pic>
        <p:nvPicPr>
          <p:cNvPr id="2" name="Picture 1"/>
          <p:cNvPicPr>
            <a:picLocks noChangeAspect="1"/>
          </p:cNvPicPr>
          <p:nvPr/>
        </p:nvPicPr>
        <p:blipFill>
          <a:blip r:embed="rId4"/>
          <a:stretch>
            <a:fillRect/>
          </a:stretch>
        </p:blipFill>
        <p:spPr>
          <a:xfrm>
            <a:off x="11305711" y="7457967"/>
            <a:ext cx="3324689" cy="771633"/>
          </a:xfrm>
          <a:prstGeom prst="rect">
            <a:avLst/>
          </a:prstGeom>
        </p:spPr>
      </p:pic>
    </p:spTree>
  </p:cSld>
  <p:clrMapOvr>
    <a:masterClrMapping/>
  </p:clrMapOvr>
  <mc:AlternateContent xmlns:mc="http://schemas.openxmlformats.org/markup-compatibility/2006" xmlns:p14="http://schemas.microsoft.com/office/powerpoint/2010/main">
    <mc:Choice Requires="p14">
      <p:transition spd="slow" p14:dur="800">
        <p:circle/>
      </p:transition>
    </mc:Choice>
    <mc:Fallback xmlns="">
      <p:transition spd="slow">
        <p:circle/>
      </p:transition>
    </mc:Fallback>
  </mc:AlternateContent>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noFill/>
      </a:spPr>
      <a:bodyPr wrap="square" lIns="0" tIns="0" rIns="0" bIns="0" rtlCol="0" anchor="t"/>
      <a:lstStyle>
        <a:defPPr marL="0" indent="0" algn="l">
          <a:lnSpc>
            <a:spcPts val="2900"/>
          </a:lnSpc>
          <a:buNone/>
          <a:defRPr sz="2350" b="1" dirty="0">
            <a:solidFill>
              <a:srgbClr val="384653"/>
            </a:solidFill>
            <a:latin typeface="Barlow Bold" panose="00000800000000000000" pitchFamily="34" charset="0"/>
            <a:ea typeface="Barlow Bold" panose="00000800000000000000" pitchFamily="34" charset="-122"/>
            <a:cs typeface="Barlow Bold" panose="00000800000000000000" pitchFamily="34" charset="-120"/>
          </a:defRPr>
        </a:defPPr>
      </a:lstStyle>
    </a:spDef>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26</TotalTime>
  <Words>545</Words>
  <Application>Microsoft Office PowerPoint</Application>
  <PresentationFormat>Custom</PresentationFormat>
  <Paragraphs>39</Paragraphs>
  <Slides>5</Slides>
  <Notes>1</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5</vt:i4>
      </vt:variant>
    </vt:vector>
  </HeadingPairs>
  <TitlesOfParts>
    <vt:vector size="10" baseType="lpstr">
      <vt:lpstr>Calibri Light</vt:lpstr>
      <vt:lpstr>Arial</vt:lpstr>
      <vt:lpstr>Barlow Bold</vt:lpstr>
      <vt:lpstr>Times New Roman</vt:lpstr>
      <vt:lpstr>Office Theme</vt:lpstr>
      <vt:lpstr>PowerPoint Presentation</vt:lpstr>
      <vt:lpstr>PowerPoint Presentation</vt:lpstr>
      <vt:lpstr>PowerPoint Presentation</vt:lpstr>
      <vt:lpstr>PowerPoint Presentation</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admin</cp:lastModifiedBy>
  <cp:revision>89</cp:revision>
  <dcterms:created xsi:type="dcterms:W3CDTF">2025-05-04T11:10:00Z</dcterms:created>
  <dcterms:modified xsi:type="dcterms:W3CDTF">2026-08-25T14:26:29Z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KSOProductBuildVer">
    <vt:lpwstr>1033-12.1.0.28032</vt:lpwstr>
  </property>
  <property fmtid="{D5CDD505-2E9C-101B-9397-08002B2CF9AE}" pid="3" name="ICV">
    <vt:lpwstr>D2FC05807171450EA8D4AD282E70E19C_13</vt:lpwstr>
  </property>
</Properties>
</file>