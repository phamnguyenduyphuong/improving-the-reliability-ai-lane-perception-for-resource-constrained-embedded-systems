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77" r:id="rId3"/>
    <p:sldId id="264" r:id="rId4"/>
  </p:sldIdLst>
  <p:sldSz cx="14630400" cy="8229600"/>
  <p:notesSz cx="8229600" cy="14630400"/>
  <p:embeddedFontLst>
    <p:embeddedFont>
      <p:font typeface="Barlow Bold" panose="020B0604020202020204" charset="0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D4E9F7"/>
    <a:srgbClr val="6F8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280189" y="165904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9236" y="6379640"/>
            <a:ext cx="3279815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122" y="6351582"/>
            <a:ext cx="4524219" cy="1853471"/>
          </a:xfrm>
          <a:prstGeom prst="rect">
            <a:avLst/>
          </a:prstGeom>
          <a:noFill/>
        </p:spPr>
      </p:pic>
      <p:sp>
        <p:nvSpPr>
          <p:cNvPr id="18" name="Text 1"/>
          <p:cNvSpPr/>
          <p:nvPr/>
        </p:nvSpPr>
        <p:spPr>
          <a:xfrm>
            <a:off x="218854" y="4811802"/>
            <a:ext cx="3365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Fraunces Extra Bold" pitchFamily="34" charset="-122"/>
                <a:cs typeface="Fraunces Extra Bold" pitchFamily="34" charset="-120"/>
              </a:rPr>
              <a:t>Sinh viên: Phạm Nguyễn Duy Phương</a:t>
            </a:r>
            <a:endParaRPr lang="vi-VN" sz="2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	     Võ Như Quyết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pic>
        <p:nvPicPr>
          <p:cNvPr id="1040" name="Picture 16" descr="Khoa Điện - Điện tử, Trường Đại học Sư phạm Kỹ thuật Tp.HC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9303" y="24547"/>
            <a:ext cx="1617138" cy="16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0" y="1963563"/>
          <a:ext cx="14604428" cy="192118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60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1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 0"/>
          <p:cNvSpPr/>
          <p:nvPr/>
        </p:nvSpPr>
        <p:spPr>
          <a:xfrm>
            <a:off x="546537" y="2151231"/>
            <a:ext cx="13118663" cy="362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vi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dự kiến thiết kế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1/10.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"/>
          <p:cNvSpPr/>
          <p:nvPr/>
        </p:nvSpPr>
        <p:spPr>
          <a:xfrm>
            <a:off x="218854" y="5715107"/>
            <a:ext cx="4724402" cy="9577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Nghành học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:</a:t>
            </a: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 Công nghệ kỹ thuật</a:t>
            </a:r>
          </a:p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điện tử - viễn thông</a:t>
            </a:r>
            <a:endParaRPr lang="en-US" sz="2200" b="1" dirty="0">
              <a:solidFill>
                <a:srgbClr val="3B4540"/>
              </a:solidFill>
              <a:latin typeface="Times New Roman" panose="02020603050405020304" pitchFamily="18" charset="0"/>
              <a:ea typeface="Fraunces Extra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Text 1"/>
          <p:cNvSpPr/>
          <p:nvPr/>
        </p:nvSpPr>
        <p:spPr>
          <a:xfrm>
            <a:off x="218853" y="6698553"/>
            <a:ext cx="3365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Fraunces Extra Bold" pitchFamily="34" charset="-122"/>
                <a:cs typeface="Fraunces Extra Bold" pitchFamily="34" charset="-120"/>
              </a:rPr>
              <a:t>Năm học: 2022-2026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1" name="Text 1"/>
          <p:cNvSpPr/>
          <p:nvPr/>
        </p:nvSpPr>
        <p:spPr>
          <a:xfrm>
            <a:off x="8752331" y="4811802"/>
            <a:ext cx="3365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Fraunces Extra Bold" pitchFamily="34" charset="-122"/>
                <a:cs typeface="Fraunces Extra Bold" pitchFamily="34" charset="-120"/>
              </a:rPr>
              <a:t>Mã số sinh viên: 22161067</a:t>
            </a:r>
            <a:endParaRPr kumimoji="0" lang="vi-VN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750"/>
              </a:lnSpc>
            </a:pPr>
            <a:r>
              <a:rPr kumimoji="0" lang="vi-V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Fraunces Extra Bold" pitchFamily="34" charset="-122"/>
                <a:cs typeface="Fraunces Extra Bold" pitchFamily="34" charset="-120"/>
              </a:rPr>
              <a:t>		   22161072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2" name="Text 1"/>
          <p:cNvSpPr/>
          <p:nvPr/>
        </p:nvSpPr>
        <p:spPr>
          <a:xfrm>
            <a:off x="8752330" y="5715107"/>
            <a:ext cx="3365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Fraunces Extra Bold" pitchFamily="34" charset="-122"/>
                <a:cs typeface="Fraunces Extra Bold" pitchFamily="34" charset="-120"/>
              </a:rPr>
              <a:t>Lớp: 22161FIE1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pic>
        <p:nvPicPr>
          <p:cNvPr id="6" name="Picture 5" descr="Trường Đại Học Công nghệ Kỹ Thuật TP. HC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6672"/>
            <a:ext cx="10858501" cy="18664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7035" y="3395"/>
            <a:ext cx="3525024" cy="18943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0689" y="8338"/>
            <a:ext cx="1756652" cy="1626159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18854" y="4147269"/>
            <a:ext cx="336589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Fraunces Extra Bold" pitchFamily="34" charset="-122"/>
                <a:cs typeface="Fraunces Extra Bold" pitchFamily="34" charset="-120"/>
              </a:rPr>
              <a:t>Giáo viên hướng dẫn : Ths. Huỳnh Hoàng Hà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E0B8451E-635C-D8C6-AE72-E325640B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566" y="7038809"/>
            <a:ext cx="2581635" cy="1190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440F4-51F4-1228-F4B4-75C36E2F0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4" y="414337"/>
            <a:ext cx="10420351" cy="7815263"/>
          </a:xfrm>
          <a:prstGeom prst="rect">
            <a:avLst/>
          </a:prstGeom>
        </p:spPr>
      </p:pic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788021"/>
              </p:ext>
            </p:extLst>
          </p:nvPr>
        </p:nvGraphicFramePr>
        <p:xfrm>
          <a:off x="7198" y="0"/>
          <a:ext cx="14630400" cy="109969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6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9698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50"/>
                        </a:lnSpc>
                        <a:buNone/>
                      </a:pPr>
                      <a:br>
                        <a:rPr lang="vi-VN" sz="360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Fraunces Extra Bold" pitchFamily="34" charset="-122"/>
                          <a:cs typeface="Fraunces Extra Bold" pitchFamily="34" charset="-120"/>
                        </a:rPr>
                      </a:br>
                      <a:r>
                        <a:rPr lang="vi-VN" sz="360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Fraunces Extra Bold" pitchFamily="34" charset="-122"/>
                          <a:cs typeface="Fraunces Extra Bold" pitchFamily="34" charset="-120"/>
                        </a:rPr>
                        <a:t> </a:t>
                      </a:r>
                      <a:r>
                        <a:rPr lang="vi-VN" sz="360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Fraunces Extra Bold" pitchFamily="34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vi-VN" sz="360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Fraunces Extra Bold" pitchFamily="34" charset="-122"/>
                          <a:cs typeface="Fraunces Extra Bold" pitchFamily="34" charset="-120"/>
                        </a:rPr>
                        <a:t>ình Mô Tả Hệ Thống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63FB8D3-58B9-13EF-6D4C-BCC16FA46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582" y="1099698"/>
            <a:ext cx="483870" cy="568960"/>
          </a:xfrm>
          <a:prstGeom prst="rect">
            <a:avLst/>
          </a:prstGeom>
        </p:spPr>
      </p:pic>
      <p:sp>
        <p:nvSpPr>
          <p:cNvPr id="59" name="Shape 9">
            <a:extLst>
              <a:ext uri="{FF2B5EF4-FFF2-40B4-BE49-F238E27FC236}">
                <a16:creationId xmlns:a16="http://schemas.microsoft.com/office/drawing/2014/main" id="{04C50A4E-BA03-2355-BF03-5D28DAE5C707}"/>
              </a:ext>
            </a:extLst>
          </p:cNvPr>
          <p:cNvSpPr/>
          <p:nvPr/>
        </p:nvSpPr>
        <p:spPr>
          <a:xfrm>
            <a:off x="12344400" y="7363359"/>
            <a:ext cx="2275680" cy="840634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61" name="Image 2" descr="preencoded.png">
            <a:extLst>
              <a:ext uri="{FF2B5EF4-FFF2-40B4-BE49-F238E27FC236}">
                <a16:creationId xmlns:a16="http://schemas.microsoft.com/office/drawing/2014/main" id="{A99653BF-4F01-0C17-63E0-BD325B548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432733" y="7029453"/>
            <a:ext cx="99011" cy="2275679"/>
          </a:xfrm>
          <a:prstGeom prst="rect">
            <a:avLst/>
          </a:prstGeom>
        </p:spPr>
      </p:pic>
      <p:sp>
        <p:nvSpPr>
          <p:cNvPr id="63" name="Text 10">
            <a:extLst>
              <a:ext uri="{FF2B5EF4-FFF2-40B4-BE49-F238E27FC236}">
                <a16:creationId xmlns:a16="http://schemas.microsoft.com/office/drawing/2014/main" id="{8DEAFB63-D1EB-A384-7FA6-7EE3F58C494E}"/>
              </a:ext>
            </a:extLst>
          </p:cNvPr>
          <p:cNvSpPr/>
          <p:nvPr/>
        </p:nvSpPr>
        <p:spPr>
          <a:xfrm>
            <a:off x="12828209" y="7665919"/>
            <a:ext cx="2510745" cy="173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vi-VN" sz="240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Nguồn AI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934" y="667978"/>
            <a:ext cx="14630400" cy="18136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98" y="2588835"/>
            <a:ext cx="8819535" cy="44510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711" y="7457967"/>
            <a:ext cx="3324689" cy="7716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wrap="square" lIns="0" tIns="0" rIns="0" bIns="0" rtlCol="0" anchor="t"/>
      <a:lstStyle>
        <a:defPPr marL="0" indent="0" algn="l">
          <a:lnSpc>
            <a:spcPts val="2900"/>
          </a:lnSpc>
          <a:buNone/>
          <a:defRPr sz="2350" b="1" dirty="0">
            <a:solidFill>
              <a:srgbClr val="384653"/>
            </a:solidFill>
            <a:latin typeface="Barlow Bold" panose="00000800000000000000" pitchFamily="34" charset="0"/>
            <a:ea typeface="Barlow Bold" panose="00000800000000000000" pitchFamily="34" charset="-122"/>
            <a:cs typeface="Barlow Bold" panose="00000800000000000000" pitchFamily="34" charset="-12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84</Words>
  <Application>Microsoft Office PowerPoint</Application>
  <PresentationFormat>Custom</PresentationFormat>
  <Paragraphs>13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Calibri Light</vt:lpstr>
      <vt:lpstr>Barlow Bold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81</cp:revision>
  <dcterms:created xsi:type="dcterms:W3CDTF">2025-05-04T11:10:00Z</dcterms:created>
  <dcterms:modified xsi:type="dcterms:W3CDTF">2026-08-16T03:29:23Z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C61601A049AF48A3AD4E4656B334E425_13</vt:lpwstr>
  </property>
</Properties>
</file>